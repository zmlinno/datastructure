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ink/ink1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42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3-11T16:57:36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16931.626 4229.178 767,'-12.055'3.394'0,"2.623"-0.738"0,-2.607 0.734 0,-1.141 0.287 0,-1.705 0.425 0,-1.439 0.340 0,-0.529 0.561-8,0.109 0.672-16,0.527 0.702 22,-3.594 1.886 0,-1.283 0.384 1,2.277-0.679 2,1.063 0.034-1,0.008 0.113-1,2.033-1.137 1,4.168-2.145 0,1.129-0.880 3,1.385-0.384 3,1.473-0.025-2,0.396 0.112-1,0.764-0.450 3,-2.482 1.162-2,2.129-0.887-4,0.598 0.699 4,0.582-0.097-5,-1.010-0.600 0,-1.068 0.516 2,1.176-0.073-1,-0.963 1.062-1,2.166-1.073 0,0.578 0.094 3,-0.057 0.947-3,0.426-0.464 0,10.898-1.817 8,0.646-0.678-8,-0.828 1.235-1,0.059-0.031 0,0.996 0.975 2,1.939 0.954-1,-3.930-2.278 0,0.461 0.473 1,1.879 0.920-1,0.270-0.268 0,-2.260-1.122 0,-0.078 0.074 0,-0.092 0.150 0,0.377 0.292 2,0.691 0.378-1,3.357 1.834-1,0.660 0.311 0,0.316 0.117 0,-1.797-0.800 0,-0.152 0.231-1,-1.189-0.738 1,-0.172-0.316-1,0.352 0.001 1,-0.896-0.632 3,-1.035-0.651-1,3.262 1.494 2,-2.797-1.057 3,0.510 1.552-5,-2.174-0.429-1,-0.088 0.766 9,0.721 0.037-12,0.102-0.033 1,-1.369-1.208 5,0.367 0.398-5,0.518 0.537 0,0.631 0.896 6,-0.299-0.178-6,0.322-0.046 1,0.342 0.199-1,-1.799-1.809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3-11T17:35:05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12308.626 3646.883 767,'-7.300'2.959'-3,"-1.512"0.613"1,-1.903 1.270-2,-3.188 2.091 0,-3.107 2.205-1,-5.571 3.281-2,-4.365 2.387-1,3.474-1.754 2,-1.656 1.171-1,-1.393 1.090 2,-5.166 2.848-1,-1.537 0.413 1,-4.149 2.145-1,0.840-0.369 0,3.614-2.128 4,-0.718 0.163 3,3.558-2.131 1,-0.094-0.138 2,-0.026-0.167-4,0.367-0.517-2,0.631-0.742 1,1.354-0.985-1,1.806-1.112 0,2.041-1.149 1,-1.103 0.060 2,2.915-1.965 7,2.738-1.917-1,5.031-2.053-3,2.283-0.619 0,-1.732 0.582 5,1.603-1.263 9,1.918-0.786-9,1.429-0.277-9,1.236-0.021 0,1.754-0.697 1,0.280-0.283-1,-0.339 0.125 1,-0.736 0.392 1,-0.995 0.511 0,-0.641 0.364-3,-0.531 0.311 0,-3.245 1.304-2,-1.880 0.570 1,3.529-1.667 0,-0.068-0.258 0,-2.649 0.761 0,0.254-0.102 1,0.404-0.029-1,0.078 0.203 5,-0.137 0.336-3,2.376-1.104-1,-0.305-0.255 0,-3.852 0.983 2,0.157-0.146 0,0.451-0.077-1,1.860-0.989 0,-0.800-0.406-1,-3.276 0.341 0,-0.457 0.000 0,-0.132 0.136 2,4.197-0.995-1,-0.063-0.203-1,-2.816 0.182-1,0.761-0.437 0,1.187-0.063 3,1.371 0.181 1,1.390 0.324 0,1.149 0.209 0,1.975-0.213 0,-2.145 1.418 0,4.435-0.818-1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3-11T17:35:06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11336.626 3691.883 767,'8.582'5.656'-3,"-2.715"-1.418"1,1.979 1.910-1,2.016 2.062-1,3.741 3.615-1,1.527 1.703 0,2.034 1.750 0,2.211 1.652-2,-0.188-0.981 4,1.798 0.395 1,1.724 0.187-2,1.569 0.035 0,5.573 2.941 0,-0.219-0.482 2,-0.997-0.663 0,-4.860-3.390 0,0.080-0.380 0,-2.695-1.805 1,0.008-0.026-1,6.550 3.542 6,-1.378-1.413 1,-1.799-1.727-3,-7.232-3.802-1,-0.913-0.099-1,2.980 2.039 0,-1.038-0.493 2,-1.672-0.743 4,-1.953-0.849 0,-1.989-0.854-4,-2.616-1.777-2,-1.063-1.029 1,-1.646-1.075 2,-0.452-0.184 0,1.162 0.839 4,-1.390-0.795-2,-1.419-0.854-5,3.137 0.966 0,-2.766-1.131 6,0.577 1.476-4,0.136-0.790-2,0.061 0.572-1,-1.916 0.546 3,0.877-0.642-3,2.056 1.465 1,0.077 0.055-2,-1.992-1.255 1,0.782 1.136 2,-0.439-0.124-1,0.870-0.853 4,1.271-2.889-5,-2.066-0.820 1,-6.065 4.990 0,0.925-0.103 0,7.182-4.077 0,-1.496 1.178 0,0.174-0.277-1,1.835 0.132-1,-2.369-1.099 1,0.707-0.711 0,-0.132-0.588 7,-0.402-0.440-7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3-11T17:35:07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11498.626 3352.883 767,'6.134'0.000'0,"0.338"0.000"0,0.257 0.000-5,3.628 0.000 5,-0.776 0.000-3,0.278 0.000 1,2.496 0.000-1,2.593 0.000-1,12.353 0.000-3,6.231 0.000-1,-2.733 0.000 2,4.967 0.000-2,3.705 0.000 1,8.542 0.000-2,2.200 0.000 5,0.252 0.000-3,-1.080 0.000-7,-5.623 0.000 2,-3.928 0.000 9,-4.445 0.000 5,-4.569 0.000 0,1.110 0.000 4,-7.764 0.000-1,-6.848 0.000 6,-5.682 0.000-4,-4.467 0.000-5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3-11T17:35:08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12529.626 4662.883 767,'9.844'0.000'-3,"1.615"0.000"0,-2.971 0.000 0,0.578 0.000 1,-0.688 0.000-1,-0.015 0.000 1,0.479 0.000 2,0.761 0.000 1,-0.274 0.000-1,0.772 0.000 0,1.231 0.000-1,1.470 0.000-1,-0.535 0.000 1,0.762 0.000-1,4.634 0.000 0,-0.882 0.000-1,-1.530 0.000 1,-2.221 0.000 1,-2.460 0.000 1,-2.400 0.000 0,-2.163 0.000 1,0.854 0.000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3-11T17:35:09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12809.626 4545.883 767,'6.841'0.938'-2,"0.528"2.890"-1,-1.966-0.075 1,-0.096-0.008 1,1.148 0.680-1,-0.173-0.102 0,0.327 0.310 1,0.157 0.238-1,1.368 1.467 1,-0.807 0.037-1,-1.056-0.103 1,-1.982-1.592 1,2.678 4.542 0,-2.877 0.475 11,-2.388-0.248-13,-2.939 0.248 1,-5.520 1.213 1,-0.335-3.548 0,-1.530 0.648-1,-1.058 0.565-2,1.826-2.022 1,-0.736 0.108 0,-2.090 1.427-1,-0.914 0.814 0,-1.313 0.970 3,-0.721 0.412 0,-0.567 0.234-2,-3.753 1.825-1,-1.097-0.464 0,3.032-2.433 1,1.637-1.335-1,2.063-1.432 4,2.197-1.396-1,2.132-1.275 0,1.940-1.108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3-11T17:35:09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13044.626 4662.883 767,'0.000'-6.851'0,"2.884"1.529"-4,5.819 2.563 3,3.618-0.653-1,-1.713 0.671-1,2.753-0.549-1,5.694-1.424-1,2.261-0.709 0,-4.576 1.185 0,-0.688 0.258 1,-1.084 0.398 1,0.724-0.476 2,-1.651-0.205 0,-1.506-0.050 1,-2.490 0.484 6,-2.371 0.616-1,-2.101 0.647-2,0.648-0.802-1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3-11T17:35:10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13206.626 4427.883 767,'-2.730'8.582'-3,"0.059"-0.992"1,-1.045 2.058-1,0.855-1.958 1,0.021 0.589-1,0.150 0.500 1,-0.568 5.144-1,0.557 1.838 0,0.577 1.042 2,0.537 0.469-1,0.467-0.610 0,0.381-1.207 0,0.296-1.460 2,0.219-1.483 0,0.143-2.756 1,0.073-0.042-1,0.276-1.324 0,0.420-0.334 2,0.501-0.382 0,0.768 1.297 0,0.157-0.690 1,-0.055-0.684-3,0.061-1.120 1,0.471-0.183 0,0.164-0.499 0,2.870 4.300 0,-1.074-3.284 0,-1.238-1.043 5,-0.752 0.080-5,3.010-1.910 0,0.182-2.001-2,-0.412 1.287 5,-0.499 1.652-6,-0.338-0.358 0,1.166 1.741 5,-2.001 0.058-5,-0.588 0.622 0,-0.877-1.103 0,-0.398 0.269 5,2.841-10.681-1,3.128 0.518-3,1.192-1.014-2,-4.065 0.967 2,-0.415-1.516-1,-0.514-0.336 1,0.137-0.699-1,-0.294-0.101 2,-0.308-0.141 0,-0.406 0.007-1,0.429-1.613 0,0.262-0.796 1,-0.469 0.624 0,-0.260-0.136-1,-0.271 0.140 1,-0.434 0.865-1,-0.440 1.076 0,-0.339 0.834 1,0.381-2.187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3-11T17:35:12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13427.626 4530.883 767,'0.000'7.672'-3,"0.000"0.681"1,0.000 0.887 0,0.000 2.907-1,0.000-3.823 2,0.000 0.469 0,0.000 0.101 0,0.000 0.319 0,0.000 0.262 1,0.000-0.632-1,0.000-0.162 0,0.000-1.505 0,0.000 0.534 0,0.000 1.953 2,0.000-0.695 1,0.000-1.105-2,1.296 3.523-2,0.238-5.270 1,0.229-0.045 6,0.257 0.190-4,1.590 3.821 0,-0.475-3.266-2,1.984-2.181 5,2.072-5.367-3,0.097-0.368 4,-0.420-3.176-9,-0.105 0.665 4,-1.171 0.654-2,0.907-1.540 4,0.070-1.027-4,-1.812-1.053 1,-1.316-1.945 1,-2.300 0.260 4,-0.811-0.150-7,-0.344 0.252 2,-0.094 1.577 0,-0.029-0.530 0,0.008 0.194 2,0.007-0.492-1,0.013-0.481-1,0.024 1.010 0,0.014 0.560 0,0.010-0.322 0,0.015 0.181 0,-0.007-5.029 6,0.031 0.646-6,0.020 2.121 1,0.009 2.381 0,0.007-0.162 3,-0.450-0.326-4,-5.680 4.926 6,-0.503 1.515-6,-1.891 0.509 1,1.643 0.111-2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3-11T17:35:12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13633.626 4515.883 767,'-7.201'0.642'0,"2.469"11.425"-7,2.027 0.518 5,-0.479 2.080-2,-0.781 2.603 0,0.083 5.522-3,0.128 4.551 0,0.326 2.851 4,-0.006 9.251-3,0.673 2.737-1,1.098-11.227-1,0.323 0.129-1,0.125 6.705 4,0.383-2.384 5,0.307-3.053-1,-0.437-0.675 5,-0.814-3.847-1,0.308-9.800-1,-0.057-2.093 0,-0.512 1.737 8,0.218-4.134-2,0.294-3.703 1,0.313-3.113-3,-0.356-0.113-4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3-11T17:35:13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13604.626 4515.883 767,'11.116'0.000'-4,"-0.214"0.000"1,1.380 0.000 0,1.692 0.000-1,1.135 0.000 0,0.718 0.552-1,0.398 0.865 2,-0.597 0.449 0,-1.188 0.150 1,-1.480-0.052 2,-2.389 0.106 1,-0.923 0.529 0,-1.198 0.202 1,-1.314-0.030 1,-1.314-0.186 0,2.859 1.879 0,-1.897-1.376 8,-0.455 1.568-12,-2.576 3.886 3,-2.800 0.650-3,-0.628 2.680-2,-0.320-4.451 2,-0.438 0.503 0,-0.616 0.475 0,-0.685 0.422 0,0.147-1.677 0,-0.066 0.055 0,-1.230 2.800 0,-0.780-0.162 0,-0.131-1.332 1,-0.360-0.538 2,-0.269-0.563-2,0.119-1.027-1,-0.408-0.126 1,0.174-0.727 0,-0.389 0.046 0,-2.950 1.868 1,-1.374-0.198 0,-1.300-0.310-2,-0.888-1.111-1,-1.768-0.863 0,2.187-1.579 0,-0.158-0.577-1,-2.147-0.148 2,1.396-0.739 1,1.771-0.614-1,1.671-0.479 1,1.930-0.393 1,-1.641-0.317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3-11T17:35:23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7331.626 1099.883 767,'-1.114'9.383'0,"0.235"-1.975"0,-0.249 2.100 0,-0.223 1.876 0,-0.190 1.600 0,-0.431 2.688 0,-0.470 2.482 0,-0.489 2.412-3,-0.411 4.097-29,0.227 1.039 28,0.073-2.090 1,-0.462 0.039 1,0.319-1.996 2,0.169 0.718 2,-0.454 4.356-1,0.217-2.100-1,0.198-2.809-1,0.169-2.988 0,0.136-2.829 0,0.104-2.481 1,0.487-2.751 0,0.316-1.056 0,0.338-0.679 0,0.327 0.005 8,0.296 0.442 1,0.267-0.704-1,0.197-0.857-6,0.157-1.104-2,0.070 3.277 0,0.262-4.011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3-11T17:35:24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7272.626 1070.883 767,'8.118'0.000'0,"-0.541"0.000"-5,-1.390 0.000 4,1.610 0.000-2,1.561 0.552 1,1.415 0.865-1,-1.094 0.148 2,-0.042 0.146 0,-0.304 0.005-1,0.024-0.032 1,-0.337-0.167-1,0.099 0.214 1,0.388 0.459 3,-0.944 0.605 0,0.030 1.179 0,-0.030 0.652-3,-0.072 0.246 0,1.418 1.477-1,-1.181 0.042 1,-1.398-0.101 1,-2.031-1.596 0,-0.298-0.462 0,0.550 0.785 2,-0.857 0.008-1,-0.704-0.080 3,1.222 2.835-1,-2.388 0.900 1,-2.395-0.729-4,-1.033-1.089 3,-2.823-0.605-4,-2.768-1.320 0,1.711-0.835 1,2.286 3.022 1,-2.788-2.354 0,-1.356-4.072-1,2.688 4.572 0,3.893 1.400 0,-6.061-4.159 0,-2.030 0.951-1,2.181-0.074 0,-1.134-0.315 0,0.121-0.617 0,-0.821-0.193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3-11T17:35:24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7655.626 1055.883 767,'0.000'-7.746'0,"0.000"1.298"0,-5.037 10.651-2,1.815 0.970 0,-0.996 1.083 0,-0.756 0.095 1,0.425 1.092 0,1.553 1.245 0,3.524 3.300 0,0.880-4.196 0,0.943 2.731 0,0.902-0.241-1,-0.438-4.718 2,1.986 3.825 4,1.011 0.400-5,0.824-1.982 1,-0.847 0.220 1,-1.776-1.476-1,-1.005 0.883 8,-2.582-1.150-10,-0.431 0.439 0,-0.161-0.201 1,-0.495 1.872 2,-2.396-1.151-3,-0.545-1.341 1,-0.568-0.531 2,-2.580 0.362-1,0.202-1.599 0,-2.803 0.338 1,-3.348-0.132-4,4.922-2.306 1,0.133-0.383 0,1.709-0.524 2,-4.436 0.480-1,2.746-0.834 0,0.946-0.597 8,-0.338-0.617-8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3-11T17:35:25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7803.626 1173.883 767,'7.189'-0.277'0,"-0.477"-1.726"-4,-1.081-0.108 2,-0.050-0.109 0,0.125 0.311 1,1.051 0.210-1,1.281-0.293 3,1.332-0.593-2,3.094-1.111-1,2.152-0.809-1,-1.795 0.313 1,0.685-0.539-1,2.596-1.217 0,-1.767 0.462 1,-2.358 0.774 0,-2.500 0.891 2,-2.358 0.881 0,1.299-0.678-1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3-11T17:35:25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8009.626 1026.883 767,'6.457'3.117'-2,"0.251"0.121"-1,0.320-0.112 1,1.319-0.682 0,-1.562-0.774 3,-0.504 2.353 0,-3.597 3.659-1,-1.938 1.809 0,-0.631-3.419-1,-0.127 0.180 0,-0.081 0.207 0,-0.045 0.209-1,-0.108 3.141 1,-0.054 1.395 1,-0.350-1.695 5,-2.359-0.423-6,0.487-3.602 0,-1.049 1.604 0,-0.491 0.630 0,-0.299 0.398-1,-0.151 0.218 0,0.280-0.496 0,-0.312 0.644 1,-1.089 2.114-1,-0.180 0.405 0,-0.067 0.183 2,0.754-1.682 0,-0.149-0.154 0,-1.708 2.465-1,0.784-1.681-1,1.102-2.033 2,1.042-1.826 2,-1.218 1.556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3-11T17:35:26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8230.626 1350.883 767,'6.968'0.000'-2,"4.304"-1.313"-2,-3.086-0.300 2,2.071-0.535-1,0.511-0.034 1,-0.520 0.229-1,-0.559 0.264 1,-0.737 0.304 1,-1.102 0.353 2,-0.410 0.247-1,-0.953 0.253 1,-0.081 0.150 0,0.088-0.201 1,-0.194-0.408 0,-0.213-0.528-2,-0.176-0.399 0,3.676-2.063 0,-3.653 0.789-1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3-11T17:35:27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8406.626 1188.883 767,'8.137'0.000'0,"-1.021"-0.321"0,1.062-1.955 0,-1.803 0.227-9,0.015-0.139 8,0.648-0.462 0,1.504-0.784 0,-0.447 0.039 0,-0.831 0.251 0,-1.030 0.374-1,2.659-1.311-1,-3.057 1.674 2,2.414 0.478 15,-2.142 1.686-14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3-11T17:35:27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8495.626 1055.883 767,'-4.728'10.748'-4,"2.524"-3.093"2,-0.225 1.408 0,-0.646 2.299-2,0.495-1.395 1,0.037 0.626 0,0.146 0.418 1,-0.489 5.671 0,0.504 1.405-1,1.227-2.935 2,1.053 0.200-1,0.989 2.976 1,0.547-0.225 0,0.217-0.427 1,-0.262-3.556 1,-0.085-0.932-2,0.102-2.231 0,0.463-0.708 0,1.052 1.661 0,0.020-2.079 9,-0.233-2.104-4,1.032 2.921-3,-1.395-3.231 8,-0.274 0.121-7,-1.553-1.156 5,-0.939 0.059-9,8.772-5.842 2,-0.188-5.476-2,0.913-1.660 0,-1.365 0.525 0,-2.138 1.420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3-11T17:35:28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8627.626 1158.883 767,'-5.446'5.446'0,"1.389"-0.383"0,-1.707 4.960-7,2.729-2.151 5,-0.247 1.592 0,-0.469 1.389-1,-0.403 2.531 0,0.354 1.017 0,1.093-3.826 2,-0.067 0.030 0,-0.153-0.023 0,-0.688 2.393 0,0.296-0.565 0,0.684-2.274 1,0.395-1.303 0,0.481-1.547-1,0.342-0.921 3,-0.518 4.171 2,0.967-3.106 4,1.167-0.958-8,2.882-0.558 7,1.994-1.494-8,0.251-0.575-1,1.292-6.086 8,-0.077-1.377-8,-0.175 0.457-1,1.090-1.412 1,0.314-0.843 2,0.270-1.072-2,-0.237-2.406 2,-1.717 1.452-1,1.035-0.818 1,-1.056-0.381 2,-2.226 2.122-2,-1.267 0.984 0,-1.796-0.429 5,-0.861-0.845-6,0.936-2.227 1,2.836-2.774-2,-1.740 5.667 1,1.302-4.032-1,-1.146 3.642 2,-0.531-0.225 3,-2.012 0.525-2,-5.019 1.630 2,-0.518 3.233-4,0.604-2.005 2,-1.197-2.255-2,2.230 1.475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3-11T17:35:29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8819.626 1143.883 767,'1.444'9.180'0,"-0.326"-2.071"0,0.300 1.906 0,0.261 1.654 0,-0.137 0.692 0,-0.082 1.977 0,-0.148 2.018 0,-0.251 0.039-26,-0.167 0.760 24,-0.164 0.458-1,-0.092 3.888 0,-0.178 1.479 1,-0.147 0.984 1,-0.117 0.596 0,-0.089 1.678 0,-0.072-0.400 0,-0.047-0.680 0,-0.018-4.202 1,-0.012-0.167-1,-0.005-0.428 0,-0.001-0.579 0,-0.003 0.220 3,0.006-2.594 2,0.007-2.868-2,0.006-2.321-1,0.008-2.926 0,-0.006 1.277 11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3-11T17:35:30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8833.626 1129.883 767,'6.688'2.128'-2,"1.509"-0.157"-1,3.358 0.102 0,0.843 0.262-1,1.366 0.669 1,0.929 0.207-1,0.580-0.104 1,-3.536-0.575 0,-0.896 0.150 2,-1.149 0.216 0,-0.402 0.384 1,-1.645-0.181 0,-0.367 0.561 0,-1.290 0.104 5,-0.876 0.168 6,1.452 3.594-11,-2.799-0.625-1,-1.357 1.983 3,-1.712-0.834 1,-0.856 0.117-4,-0.763-1.382 7,0.567-0.276-8,-0.339 2.201 1,-2.804-3.222 0,-3.103 1.210-1,-2.392 1.560 1,3.742-3.974-1,-0.435-0.333 1,-0.391-0.482 0,-0.335-0.548-1,-1.365 0.079 1,-0.542-0.005 1,-0.476 0.165 0,0.379-0.193-1,-1.483 0.444 1,0.091-0.303-1,-0.940-0.092 0,-2.940 0.430 0,0.846-0.462-1,1.486-0.515 1,1.236-0.512-1,0.983-0.471 2,0.979-0.379-1,1.556-0.372 8,-2.247-0.064-3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3-11T17:35:31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9216.626 1099.883 767,'-7.234'0.000'0,"0.955"0.000"0,12.949 4.538-6,-0.998-0.705 5,1.284 1.244 0,0.862 0.974-1,0.528 0.730-1,0.275-0.032 0,0.094-0.517 0,-1.343-1.263 1,-0.758-0.729 2,-0.730-0.324 1,-1.025-0.250 0,2.311 3.113 7,-1.247-1.773-7,-1.073-1.137 0,0.078 3.492 2,-3.204-1.600-4,-1.620 0.686 6,-0.875 0.928-7,-4.992 1.629 0,0.917-3.701 1,-1.295 0.425-1,-1.093 0.173 0,1.064-0.987 0,-0.947 0.823 0,-2.859 2.480 0,-0.510 0.616 0,-0.266 0.088 0,-0.091-0.257 1,0.029-0.459-1,-0.290 0.207 1,-0.472 0.617 1,2.337-1.625-1,0.121 0.133 1,-2.122 2.050 0,1.507-1.088 0,1.744-1.383 0,1.663-1.373 0,1.649-1.412 1,-0.713 0.837 7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3-11T17:35:32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9555.626 1143.883 767,'-7.608'1.261'0,"0.071"7.689"-7,2.650-2.076 5,-0.907 1.280 0,-0.856 0.982-1,-0.942 2.712-1,-0.458 3.066 0,-0.685 3.670 1,0.777 0.472-1,1.674-1.903 1,0.969-0.127 0,0.608 1.600 0,1.114-0.491 4,1.151-2.703 2,0.681-1.074-2,0.590-1.999 1,0.425-1.693-2,0.334-1.755 1,0.273-0.893 1,0.736 1.958 2,2.455-2.861 13,1.253-1.953-18,2.489-1.982 0,-0.056-3.283 3,1.431-2.440-2,-0.514-0.733-1,1.534 0.255-1,2.589-1.334 1,-4.887 0.917 0,-0.114-0.433 0,0.330-0.644-1,1.620-1.513 0,-0.742 0.198 1,-0.695 0.188 0,-0.613 0.167 0,-0.517 0.142 1,-1.734 1.022 0,4.306-6.870 5,-3.891 4.109-5,-0.813 0.629 2,-0.534 0.122-1,-0.600 0.200-3,0.610-5.045 1,-1.546 2.855 3,0.368-0.513-2,-0.181 0.934-1,-0.093 0.297 1,-0.185 0.445-2,-0.237 0.518 2,0.659-4.604-1,-0.771 1.198 2,-0.540 0.788 1,-0.607 1.848 1,-1.511 0.191 3,-6.676-0.276-7,1.166 2.335 0,-0.988 0.506-1,-0.858 1.534 3,-0.594 1.460-2,-1.158 0.822 0,0.258 0.552 0,2.928 0.338 0,-0.844 0.241 9,1.707-0.086-9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3-11T17:35:38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7317.626 5472.883 767,'0.000'8.459'0,"0.000"1.603"0,0.344 0.870 0,0.538 8.721-14,0.623 9.927 6,0.288 9.587-2,0.052 8.664-3,-0.274 2.563 0,-0.463-1.531 0,-0.550-4.038 4,-0.565-5.345 3,-0.533-5.788 0,-0.473-5.646 1,-0.037-7.728 4,-0.060-3.591 6,0.020-3.120-2,0.074-2.899 6,0.107-2.587 26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3-11T17:35:39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7376.626 5502.883 767,'8.814'0.000'-3,"-1.858"0.220"1,2.783 0.366-1,2.920 0.453 0,7.102 0.688-3,2.685 0.146 0,2.992 0.802 0,-1.147 0.801 0,-6.329-0.515 1,-2.364-0.098 4,-2.529 0.211 0,-2.489 0.406 1,-2.761 0.514 3,-2.780 0.557 15,-2.177 4.779-13,-5.566-2.403-2,-2.979 0.763-1,-2.568 0.658-2,-2.104 0.874-3,-1.652 0.948-1,-0.541 0.226 0,0.209-0.252 0,0.674-0.541 2,2.805-2.595 1,0.400-0.811 0,-1.879 0.682 1,1.702-1.605 1,1.797-1.440 2,-1.966 0.448 3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3-11T17:35:40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7773.626 5502.883 767,'-4.673'3.881'-2,"-2.875"0.341"0,-2.159 1.742-2,1.033-0.355 2,1.973-1.137 0,0.934-0.491 1,4.396 3.873 8,4.611 2.229-7,-0.231-2.627-2,0.626 0.960 0,0.133 0.510-1,-0.192 0.185 1,-0.670-1.359 0,-0.385-0.765 0,-0.474-0.848 1,0.945 4.842 3,-1.324-2.636 5,-0.751 0.752-7,-0.733 0.129 4,-0.344-0.132-5,-0.088-1.818 0,0.022-0.135 3,0.049-1.003-3,-3.803 0.466 3,-1.963-4.844-1,-1.633 0.660-2,-3.044 0.730-2,3.641-1.589 1,-3.593 0.599 1,-1.484 0.343-2,-1.142 0.403 1,1.757-0.553-1,-1.126-0.091 1,-6.445 0.525-1,-0.689-0.444-1,3.949-0.698 4,1.651-0.333-1,2.000-0.305 1,0.678-0.188-1,2.828-0.302 1,2.479-0.228-1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3-11T17:35:40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7817.626 5664.883 767,'7.616'-2.597'-3,"-0.933"0.695"1,1.990-0.089 0,1.188 0.090-1,0.585 0.198 0,-1.363-0.073 1,-0.758-0.506 0,-1.009-0.206 1,-1.118 0.009 0,-0.262-0.347 1,1.459-1.571 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3-11T17:35:41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7979.626 5575.883 767,'7.152'0.000'-2,"-0.475"0.000"0,0.356 0.000 3,-0.734 0.000-2,1.317 0.000 1,-1.743 4.147-1,-3.951 4.805 1,-1.272-2.301-2,-0.178 1.600 0,-0.189-1.030 0,-0.081 0.455 0,-0.052 2.461 1,-0.083-0.485-1,-0.058-0.849 1,-0.037-1.009 0,-0.021-1.029 1,-0.063 4.272 1,0.016-1.746 0,0.024 0.125 4,-0.273-1.500-4,-3.175-0.626 2,0.070-1.921-3,-0.672 1.444-1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3-11T17:35:56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8126.626 5619.883 767,'6.224'0.000'0,"0.198"-1.078"0,1.676-2.926-6,1.415 0.267 4,2.520-0.476-1,3.453-0.764-1,2.689-0.123-1,2.003 0.297 0,0.329 0.543 1,-0.765 0.662 0,-1.409 0.688 1,-1.719 0.655 2,-3.096 0.699 0,-1.328 0.413 0,-0.337 0.289 3,-2.277 0.354-1,-2.184 0.262 5,1.834 0.249 4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3-11T17:35:57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8318.626 5399.883 767,'-4.599'4.292'0,"-0.549"0.708"0,-3.078 3.442-7,3.490-3.092 5,-0.347 0.811 0,-1.834 6.370-1,-0.403 4.341-2,0.959 0.868 1,0.533 1.982 4,-0.238 6.587-5,1.180 0.947-3,1.656-5.751 3,0.712-1.373 4,0.679-2.462 0,0.505-1.900 0,0.421-1.921 1,0.302 0.365 2,0.385-3.298 6,0.196-4.545-4,0.650 2.835 21,4.797-4.363-25,1.113-4.887 0,2.898-0.880-2,-2.980 0.293 1,0.963-0.009-1,0.880 0.032 1,1.859-0.359-2,2.411-0.603 0,1.413-0.396 0,-0.268-0.098 0,-1.057 0.067 1,0.265-0.136 0,-2.461 0.341 1,-2.427 0.368 0,1.813-0.417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3-11T17:35:57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8509.626 5546.883 767,'-4.154'4.407'-2,"-1.560"1.402"0,1.048-1.704 0,-1.595 0.708 0,0.173 0.464-1,0.057 1.188 1,0.398 0.865 1,0.605 0.595 0,0.709 0.377-2,0.736 0.207 3,0.268 2.634-1,0.938 0.748 2,1.848-2.122-1,1.883-0.108 1,2.750 1.177-2,1.782-1.552-1,-0.283-2.422 2,0.615-0.458 0,1.220-0.507 1,1.120-0.873 0,1.137-0.902 0,2.501-0.696-2,1.916-0.887-1,-2.372-0.992 1,0.097-0.417-1,3.496-0.664 0,-1.144-1.100 1,-1.474-1.043-1,-1.977-0.890 3,-0.995-1.000 2,-2.462 0.471-2,-0.354-0.026-1,1.170-1.291 3,-0.612-0.714-1,-0.599-0.792 1,-0.891-0.071-3,-1.012 0.396-1,-0.698 0.199 1,1.033-2.437-2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3-11T17:35:58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8730.626 5472.883 767,'0.000'8.680'0,"0.000"-1.888"0,0.000 1.877 0,0.000 1.655 0,0.000 0.813 0,0.000 1.522 0,0.000 1.439 0,0.000 3.238-26,0.000 2.324 24,-0.553 1.696 0,-0.864 1.170-1,-0.686 3.735 0,-0.142 1.140 1,0.485-4.813 0,0.157 0.108 1,0.201-0.863 0,0.220-1.468-1,0.219-1.760 2,0.206-1.852 1,0.106 1.028 0,0.224-2.544 4,0.208-5.687 1,0.075-1.540-2,0.061-1.474-1,0.054-0.358-1,0.105 0.829 10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3-11T17:35:59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8774.626 5502.883 767,'7.668'-1.618'-3,"-0.226"-1.597"1,2.068-0.417-1,0.001 0.398 1,-1.286 1.084 1,-1.331 1.035 2,0.091 0.627-1,-4.243 7.758 7,-2.730 2.046-9,-1.516-1.821 1,-3.931-0.248 1,1.566-0.525 0,1.933-0.012 1,0.800-0.085-2,-0.926-0.892-1,-1.444 1.794 3,-0.324 2.762-2,1.020-0.081 0,0.910-1.528-1,0.847-2.502 2,-3.879-1.804 9,-0.893-1.787-11,2.445 3.773 1,2.098-0.264 4,1.008-0.042-5,-4.021-1.514 1,-2.124-1.719 1,3.125 3.899 1,2.585-0.679-3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3-11T17:36:00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8436.626 5575.883 767,'6.972'-5.244'-3,"1.583"2.420"1,-2.356 1.565-1,1.339 0.142 1,4.438-0.039-1,2.373 0.239 0,3.953 0.175-1,1.852 0.228 0,-5.383 0.237 2,-0.145 0.082 0,-0.321 0.067 0,-0.902 0.054 0,-1.273 0.042 1,0.329 0.037 0,-1.602 0.028 1,-1.439 0.016 1,-2.491-0.001 0,3.555 0.051 13,-3.391 0.000-13,0.026 3.009 12,-2.476 3.900-14,-2.912-0.724 0,-0.765 1.576 0,-0.184 0.459 0,1.608-0.307 0,0.599-0.422 1,-0.054 0.227-1,-0.176-0.232 0,-0.694-1.737 2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3-11T17:36:01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8951.626 5723.883 767,'9.890'-4.810'-4,"-1.746"1.380"2,1.462 0.045-1,2.277 0.000 0,3.414-0.678-2,1.281-0.447 0,-1.535 0.488 2,-0.367 0.265 1,-1.309 0.513 0,-0.989 0.437 1,-1.089 0.456 0,-2.039 0.559 0,-1.269 0.354 4,0.635 0.057 0,-2.265 0.496-1,-0.118 0.192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3-11T17:36:01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9275.626 5678.883 767,'6.425'-0.806'-2,"-0.290"-1.960"0,0.524-0.936-1,-1.360 0.720 2,1.188 0.812 3,-0.283 0.913-3,-0.041 0.698 1,0.138 0.331 0,0.775 0.316-1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3-11T17:36:11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2178.626 7062.883 767,'10.348'0.000'0,"5.994"-1.229"0,1.594-1.883-13,7.889-2.127 6,10.891-3.051-3,10.037-2.965-3,4.525-1.457-1,0.792-0.416 3,-14.328 3.407 4,-1.869 0.334 0,-3.021 0.680 1,5.639-1.660 4,-7.781 1.978 6,-7.460 1.950 3,-6.590 1.755-1,-5.469 1.479-1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3-11T17:36:12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2428.626 6886.883 767,'-0.299'9.643'0,"-0.479"-2.426"-5,-0.567 4.063 2,-0.086 4.152-2,0.456 2.085 0,0.707 1.125 0,1.024 1.520-1,1.153 1.660 0,1.309 0.536 4,1.313-0.224 0,1.218-0.693 2,0.909-0.954-1,0.644-1.052 0,-0.385-3.648 0,0.269-2.094 0,1.896 0.376 3,0.040-2.195 2,0.503-2.384 5,0.739-2.286-4,-1.336-2.326-3,-0.917-1.429-1,-0.561-1.060-1,-1.563-1.083 0,1.722-0.740 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3-11T17:36:12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2826.626 7004.883 767,'-2.349'9.416'0,"-1.573"1.445"-6,1.991-3.555 4,0.195 0.714-1,0.191 0.863 2,0.299 0.175-1,0.287-0.018 1,0.256-0.136 1,0.707-1.448-1,0.857-0.146 0,0.921-0.304 0,0.796-0.832 0,0.684-0.948 3,3.887 2.929 1,-1.484-3.099-2,-0.275-0.744 0,5.305 0.159-2,-4.464-4.154 1,6.053-1.563 2,-5.252-0.711-3,0.970-1.500 0,1.821-1.750 1,0.585-0.859-2,0.320-0.472 0,1.033-1.728 0,-0.404-1.205-1,-3.408 1.937 1,-0.242-0.812 1,1.090-3.086 1,-1.184-0.510 1,-1.318-0.159-1,-2.136 0.537-1,-1.713-1.078 1,-2.406-2.478-1,-2.784-0.678 1,-1.650 2.119 0,-1.974 0.231 0,-1.835 0.368-1,-4.804-1.948-1,-1.700 2.289 0,1.203 3.238 0,0.541 2.031 0,0.933 1.850 2,1.182 1.519 2,1.847 1.394 0,1.868 1.088 0,-2.153 0.575 2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3-11T17:36:12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3061.626 6842.883 767,'-4.292'4.292'0,"1.536"1.860"0,-0.567 9.788-9,0.469-1.737 6,-1.015 3.913-2,-1.281 7.288-1,-0.779 6.310-3,1.146 0.057 1,0.197 4.222-2,0.356 2.472 4,-0.729 16.285-3,0.959-1.794 3,1.034-7.389 1,0.771-6.494-5,0.658-6.907 1,0.534-6.604 13,0.715-8.675 3,0.645-3.832 1,0.682-3.358 9,0.484-2.697-5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3-11T17:36:13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3091.626 6886.883 767,'-6.174'-0.276'0,"2.365"-6.058"-5,8.344 2.098 5,2.997 2.088 1,4.853 0.702-5,-4.542 0.979 3,-0.603 0.460-1,0.439 0.551 0,0.412 0.625 0,0.134 0.857 1,-0.610 0.845 0,-0.419 0.848 0,-0.265 0.798 1,0.038 0.836 0,-0.982-0.181 2,-1.069-0.496-1,0.981 2.795-2,-2.047 3.667 6,-3.086-2.972-3,-1.189 0.307-3,-1.116-0.102-1,-0.910-0.090 1,-0.979 0.771-1,0.093-1.591 1,-0.618 0.135 1,-2.189 2.484-1,-0.440-0.455 0,-0.139-0.668 0,0.943-1.779 1,-0.175-0.238 0,0.519-0.895-1,-0.175-0.043 1,-2.041 1.862 1,0.117-0.326 1,0.284-0.413-2,1.690-1.720 0,0.708-0.732 0,-2.553 2.370-1,2.308-2.304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3-11T17:37:10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2576.626 7769.883 767,'1.147'-7.206'0,"7.327"2.874"-7,2.975 1.073 4,3.932-0.458 0,2.886-0.386-2,3.227-0.285 0,0.715 0.328 1,0.188 0.440-2,-4.685 1.167 1,-0.554 0.383 1,2.409 0.613 4,-2.644 1.383 3,-3.625 1.594 5,-1.652 1.846-11,-1.812 1.495 12,-1.811 1.168-7,-2.153 0.986-1,-1.878 1.255 0,-1.789 1.218 0,-1.462 2.429 1,-1.207 0.295-3,-2.232 1.653-1,-2.372 0.317 0,-0.258-2.279 2,-0.661-0.208 1,-0.375-0.247-2,-0.490-0.827-1,-0.941-0.498 1,-2.656 2.180 1,-0.295 0.199-1,1.868-2.609 2,0.408-1.110 0,0.494-1.300-1,1.403-2.056 0,0.144-0.959-1,-0.542-0.218 3,1.312-0.941 1,-1.107 1.373 7,8.956 1.348-9,3.666-3.531 0,1.996-0.352 1,-1.817-1.385-2,0.131-1.063-1,-1.172 4.070 1,-4.346 2.333 2,2.629 0.237 0,1.404 0.525-3,-1.791-0.121-1,-1.241-0.892 1,-4.704 1.256 3,-2.237-2.813-2,-1.186 2.688-1,-0.788 1.665-3,1.899-2.275 4,-0.554 0.499-2,1.387-2.038 1,-0.279-0.345 0,-1.158 0.751 1,0.468-0.278 0,0.705-0.200 0,0.252 0.073 0,-0.056 0.243 2,0.258-0.684-2,-0.325-0.382 1,-4.539 2.651-1,1.484-2.066 0,1.053-1.598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3-11T17:37:12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3032.626 7858.883 767,'-7.616'0.000'-3,"-2.114"0.806"1,-3.668 1.960-2,5.263-0.893 2,0.343 0.508-1,0.793 0.702 2,1.529 2.079 1,0.886 2.617-1,0.285 5.640 5,1.171 3.127-6,2.322 1.706-3,2.811 0.696 1,1.100-3.399 1,1.252-0.001 0,1.552 0.949 1,0.592-1.345 1,0.244-1.608 1,0.931-1.098 1,0.139-2.590-1,-1.383-3.010 2,0.089-0.813-1,-0.288-1.067 4,-0.119-0.855-1,-0.162-0.815-1,1.986 0.068-2,1.757 0.025-1,-1.346-0.828 1,0.359-0.227-2,3.884-0.124-1,0.806-1.160 0,0.631-1.221 0,1.562-1.414 2,1.250-1.334-3,-2.468-0.271 1,-0.247-0.590 0,-0.449-0.470 2,-0.687-0.332-1,-0.014-0.502 1,-0.366-0.482 0,-0.582-0.442 0,1.505-2.258 1,-0.741-1.241 0,-0.690-1.197 1,-3.504 2.082-2,-0.417-0.699-1,1.531-3.527-1,-0.491-0.924 0,-0.993-0.657 3,-1.241-0.438 1,-1.309-0.266-3,-1.255-0.123 0,-1.129-0.023 0,-1.629 3.060 0,-1.123-0.128 1,-1.458-0.712 1,-1.518 0.683 1,-1.444 0.896 0,-2.953-1.297-2,-1.197 1.999 0,-0.661 1.945 0,-0.278 1.739 0,-0.022 1.459 0,0.134 1.161-1,2.405 1.566 1,-0.175 0.148 0,-0.283 0.000-1,-2.019-0.181 1,-1.561 0.286 3,-3.144 0.140 1,-1.710 0.463-3,-1.413 0.448-3,1.078 0.936 0,-0.333 1.011-1,1.649 0.485 1,-0.123 0.334-1,-3.771 0.713 0,2.182 0.044 5,2.691-0.134 0,2.537-0.191-2,2.752-0.291 1,-1.382 0.452 7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3-11T17:37:13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2414.626 8594.883 767,'5.448'-5.837'0,"-0.750"0.864"0,6.584-1.833-7,2.757 1.679 3,-0.964 1.023 1,0.741 0.307 0,1.689 0.113-2,-0.491 0.613 1,-2.204 0.809 1,-0.792 0.474 0,-1.252 0.845 6,-1.489 1.045-1,-1.790 0.646 0,-1.409 0.405 0,3.169 2.993 5,-2.132 5.321 0,-4.514-3.642-8,-0.331 1.627 0,-0.564 0.815-1,-0.487 0.648 1,-0.865-0.222 0,-0.941 0.799 0,-1.372 2.140-1,-1.033-0.320 1,-0.805-0.726 1,0.495-2.690-1,-0.521 0.304 1,-2.461 3.377-1,-0.730-0.226 1,0.575-1.905 0,-0.531-0.087 0,-0.526-0.017 0,0.814-1.453 0,-0.221-0.127-1,-2.939 2.718-1,-0.004-0.382 1,1.274-1.853 2,0.531-1.206 1,0.588-1.289-2,2.083-1.597 0,0.674-0.159 0,-0.199 0.661 2,-1.654 2.550 5,2.657-1.521-5,9.531-2.660 7,0.683-0.549-11,3.071 1.154-1,0.316-0.410 0,2.131-0.022 0,2.789-0.104 0,2.183-0.346-2,1.932-0.405 2,3.604-0.315-1,1.976-0.457-1,-4.848-0.576 2,-0.552-0.232-1,4.442-0.105 1,-2.688-0.275 2,-2.969-0.202 0,-3.662-0.137 2,-3.057-0.085 6,-2.783-0.051-3,1.458-0.146-1,-3.523-0.280 19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3-11T17:37:13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2914.626 8697.883 767,'-6.509'1.977'-2,"0.967"4.354"-1,0.373 0.061 3,0.696-0.680-2,1.303-0.109 0,0.714 0.775 3,0.925 1.233-2,2.395-0.710 4,2.516-1.871-4,3.980-0.906 1,3.609-1.647-1,1.725-1.361-1,-5.050-0.872 0,0.557-0.153 1,0.291-0.988 0,1.557-1.504-1,1.348-1.737 0,1.126-1.793 0,2.121-2.086 0,0.100-0.691 0,-0.310-0.170 0,-0.157-0.006-1,-0.047 0.098 1,-0.278-0.170 1,-1.925 0.616 0,-2.193 0.688 3,-3.352 2.513-1,-0.612 0.669 0,0.355-0.598 3,-1.171 0.154 3,1.247-2.458 0,-2.808 1.772-7,-2.073-0.258 5,-2.525-0.988-6,-4.084-3.006 0,1.447 4.696 0,-3.702-2.382-1,1.624 3.104 1,-0.662-0.178 0,-1.026-0.143 1,-1.184-0.109 0,-1.198-0.080-1,-2.211-0.202-1,-2.696-0.267-1,1.162 1.229 0,-2.027 0.301 0,-4.811 0.193 0,-1.388 1.095 0,-0.760 1.192 0,3.000 1.539 0,-0.167 1.639 0,-0.113 1.773 0,-0.180 1.449 1,-0.218 1.150-1,-2.613 2.065 3,1.660 0.484 0,2.145 0.085-1,0.269 0.864 3,3.901-1.285-1,4.039-1.461 0,2.975-0.929 2,2.493-0.758-1,0.188 2.720 21,3.975-1.020-20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3-11T17:37:14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2590.626 9345.883 767,'-3.120'6.463'0,"0.229"-0.475"0,-1.825 2.566 0,0.966-2.329 0,-2.273 3.190-11,-1.722 2.184 8,-1.612 1.991-1,-1.963 1.894 0,-2.042 1.692-1,-4.668 5.267-1,-2.764 2.823 1,-0.606 0.657 2,0.820-0.775-1,1.672-1.637 0,3.468-4.155 1,1.570-1.926-3,0.364-0.416 2,2.653-3.312 8,2.524-3.163 2,2.243-2.818 4,1.888-2.378-3,0.165-0.183 8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3-11T17:37:15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2796.626 9521.883 767,'-7.463'0.320'0,"-2.141"1.955"-5,-2.014 3.776 1,-3.268 3.427-1,-1.316 1.893 0,-0.020 0.799 2,4.331-2.420 0,1.270 0.105-1,1.461 0.063 0,1.278 0.284 2,1.572-0.228 4,1.439-0.301 1,1.263-0.334-2,1.069-0.364 2,0.874-0.365 1,0.690-0.760-1,0.525-0.981-1,2.142 3.657-1,3.629-2.054 5,4.554-1.298-8,-2.715-4.131 1,0.634-0.702 0,0.398-0.618 1,-0.458-0.642-1,1.268-0.314-1,1.162-0.260 0,1.031-0.209 0,5.926-0.195 1,0.854-0.195 0,-2.188-0.450 0,-1.173-0.622-1,-1.484-0.681 1,-3.146 0.178 0,-0.134-0.059 0,2.104-1.437 4,-0.595-1.478 0,-0.208-1.416-2,-1.111-0.594 1,-1.106-0.227-3,-1.263 0.261 1,-0.464-0.174 0,-1.971 0.924 0,-0.624-0.717 1,0.119-2.325 0,-1.010-0.147 2,-0.921 0.204-4,-0.796 0.229 1,-0.657 0.229-1,-0.556 0.595 1,-0.332-0.566 1,-0.254-0.505 1,-0.193 0.118-1,-0.129 0.319-2,-0.129-1.084 0,-0.044 0.479 0,-0.123-2.255 1,-0.007 1.517 2,-1.925 2.569 8,-5.811 5.446-10,1.070 1.779-1,0.872 0.226 0,-0.719 0.070 0,0.781-0.018 0,-4.285 0.239 0,3.026-0.207 0,-0.996-0.066 4,2.001-0.123-3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3-11T17:37:18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13412.626 3558.883 767,'9.545'0.000'-3,"2.472"0.000"-1,5.378 0.000-1,8.933 0.000-2,6.333 0.000-2,4.889 0.000-2,3.604 0.000 0,-2.048-0.447 4,1.720-0.723-1,11.617-1.163 2,2.843-1.005 0,4.765-0.814 4,-3.853 0.080 0,-5.373-0.257 1,-5.813-0.438-8,-8.651 0.566 4,-3.938 0.394 19,-6.138 0.718-3,-4.026 0.506 0,-3.802 0.502-5,-3.213 0.508-1,-1.740 0.387 2,0.945 0.248 6,-0.939 0.367-8,-0.481 0.273-1,-1.712 0.184-5,0.857 0.100 0,-0.762 0.056 0,0.590 0.037 0,4.970 0.065 0,0.404 0.013 1,0.022-0.005-1,-4.124-0.047 0,0.571-0.011 0,4.146 0.004-1,0.181-0.020-1,-0.142-0.019 4,-0.339-0.016 0,-0.439-0.014-1,-3.382-0.013 0,0.455-0.005-1,4.100-0.004 1,0.044-0.005-1,0.944-0.003 2,-0.574-0.002 0,-0.703-0.001-1,-2.910-0.446 0,0.352-0.723-1,-0.887-0.200 0,1.300-0.171 1,7.281-0.602 2,0.901 0.126-2,0.178 0.248-3,2.005 0.265-1,1.699 0.328 1,-7.039 0.482 0,0.835 0.147 1,6.231 0.066 2,-0.128 0.167 0,-0.691 0.130-1,0.237 0.097 1,0.815 0.069-2,-0.115 0.045 0,-0.702 0.028 1,-1.025 0.014 2,-5.925-0.010 0,-0.380-0.000 0,4.789 0.009-2,-0.341-0.008 1,-2.470-0.011 4,-1.029-0.008 1,-1.098-0.008-4,-1.246-0.006-1,-1.820-0.006 0,-1.843-0.005 0,-1.734-0.004 1,-1.178 0.365 0,-1.733 0.574 2,-1.512 0.666 0,-1.348 0.088 2,0.105 0.067-1,0.059-0.060 1,0.023-0.143-3,1.623 0.023-1,0.132-0.297-1,0.092-0.291 0,-2.479-0.398 0,-0.033-0.134-1,1.772 0.486 0,-0.108 0.718 0,-0.591 0.182 2,0.092 0.076 1,0.148-0.074-2,1.561 0.099 0,-0.189-0.315-2,-2.162-0.625 2,1.043-0.175-1,2.649 0.078 3,0.022 0.008-2,-0.478 0.081-2,-0.769 0.121 1,-0.905 0.139-1,-0.931 0.142 1,-0.883 0.133 0,-0.224 0.024 0,-0.100-0.129 0,0.128-0.188 0,2.276-0.212 4,3.482-0.212 3,-0.386-0.291-5,2.368-0.115-4,7.118-0.041-1,-0.141-0.143-1,-1.533-0.107 1,-6.235-0.075 2,-1.124-0.033 0,2.248-0.038-1,-2.152-0.025 4,-2.006-0.012 5,-3.646 0.012 1,-0.614 0.001-3,0.524-0.006-2,-1.305 0.006 0,4.878-1.247 3,-0.462-1.639-2,0.773-0.328-5,-0.568 0.206 0,-3.275 0.954 2,-0.981 0.307 6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3-11T17:37:23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14723.626 3779.883 767,'6.271'0.000'-2,"-1.288"3.793"-1,-1.644 5.669 3,0.050 0.452-2,-2.225 1.453-1,-1.161-4.914 2,-0.230 0.586-1,-0.781 2.206 2,-0.956 1.143-2,-0.259-1.746 1,-0.714 0.182-1,-2.054 2.433 1,-0.664-1.256 0,-0.354-1.612 0,0.627-1.500 1,0.557-0.616 0,-1.499 2.068 2,1.071-1.248 4,1.687-2.034 0,10.092-6.372-1,-0.372 1.641-7,0.474 2.152 0,1.455 0.836-1,3.098 0.711 2,-4.534-1.107 1,0.186 0.527-1,-0.017 0.427-1,-0.144 0.332 1,-0.068-0.098 0,-0.014-0.365 1,2.862 1.237-1,-0.389 0.767 3,-4.015-0.140 4,-1.998 1.381-6,-2.467 1.489 2,-1.185 0.267-3,-2.123-1.962 0,-1.544 1.394 0,-2.491 2.071 1,2.838-5.135-1,-0.607 0.333 0,-2.640 2.741-1,2.158-3.220 1,-0.593-0.211 1,-0.706-0.137 4,0.605-0.610-5,-0.364 0.284 0,-1.243 0.398-1,-0.537-0.396 0,-0.479-0.570 3,1.082-0.890-1,0.601-0.519-1,-0.148-0.247 0,-2.979 0.367 0,3.078-1.456 8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3-11T17:37:24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14870.626 4000.883 767,'7.997'-1.970'-3,"3.243"-3.883"-1,-4.072 2.441 3,1.352-0.014-2,0.088 0.178 1,0.131-0.022 0,-0.175-0.027 0,-0.377-0.030 1,-0.300-0.021 0,-0.999 0.318 0,-0.330 0.034 0,2.336-1.283 1,-3.449 1.354 15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3-11T17:37:24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15047.626 3882.883 767,'0.000'7.340'0,"0.000"2.940"-5,0.000-3.791 3,0.000 1.440 0,0.000 1.362 0,0.000 1.236 0,0.000 3.337-2,0.000 0.994 1,0.000 2.268-1,0.000 0.283 0,0.000-5.478 4,0.000-1.082 0,0.000-1.282 1,0.000 0.777-1,0.000-1.280-1,0.000-2.325 1,0.000 3.363 13,0.000-3.855-11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3-11T17:37:25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15268.626 3970.883 767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3-11T17:37:25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15341.626 4088.883 767,'4.973'-4.972'0,"-0.199"0.197"0,2.176 0.752-6,-0.662 2.508 6,7.271-2.091-2,-3.195 0.643 0,1.505-0.564-1,-0.667 0.271 0,0.131 0.139 0,1.049-0.554 0,-0.530-0.414 0,-0.744-0.165 0,-1.732 0.369 6,-1.839 0.545 0,-1.756 0.610-2,1.344-0.979-1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3-11T17:37:26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15312.626 3985.883 767,'0.000'-6.348'0,"3.387"1.102"0,9.724 2.102-8,-0.039-0.786 6,1.562-0.774-2,2.302-0.930-1,0.778-0.696 1,-0.254-0.495-1,-3.279 0.959 2,-0.827 0.067 1,-0.898 0.156 1,-0.900 0.209 0,0.323-0.358 4,-1.973 0.811-2,-1.992 0.886-1,-1.857 0.868 0,1.415-0.953 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3-11T17:37:27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15680.626 3867.883 767,'5.292'-4.939'0,"3.633"0.723"0,1.195 1.771-8,0.638-1.091 6,-0.090-0.688 3,-0.444 0.402-3,-0.233 0.706 2,-1.727 1.677 2,-1.807 3.662-2,-1.765 5.162 1,-2.154 4.911-1,-1.942-5.748-1,-0.196 1.569-1,-1.216 5.349-1,-1.849 3.306-1,-1.356 2.329 2,-0.939 1.532-3,-0.604 0.910 1,-0.529 0.063-1,-0.441-0.482 1,0.242-2.102 1,0.289-1.876 1,0.440-2.059 1,0.510-2.037 4,0.520-1.881 1,0.490-1.651-3,0.623-2.118 0,0.053-0.931 0,-0.054-0.740-1,-0.516 0.019 4,-2.443 2.155 6,1.047-2.926-3,12.673-8.418-2,-0.531 0.812-6,3.041-1.483-1,5.534-2.245 0,2.645-0.799-2,1.767-0.312-2,-2.187 1.059 2,0.875-0.108-1,0.354-0.132 1,-0.020-0.139 0,-0.688-0.137 3,-1.100-0.126 2,1.825-1.066 1,-2.194 1.026-2,-3.244 1.433 2,-2.712 1.182 1,-2.561 1.101 1,-2.256 0.960-1,0.628-0.206-1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63.xml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customXml" Target="../ink/ink5.xml"/><Relationship Id="rId8" Type="http://schemas.openxmlformats.org/officeDocument/2006/relationships/image" Target="../media/image11.png"/><Relationship Id="rId76" Type="http://schemas.openxmlformats.org/officeDocument/2006/relationships/slideLayout" Target="../slideLayouts/slideLayout2.xml"/><Relationship Id="rId75" Type="http://schemas.openxmlformats.org/officeDocument/2006/relationships/tags" Target="../tags/tag64.xml"/><Relationship Id="rId74" Type="http://schemas.openxmlformats.org/officeDocument/2006/relationships/image" Target="../media/image44.png"/><Relationship Id="rId73" Type="http://schemas.openxmlformats.org/officeDocument/2006/relationships/customXml" Target="../ink/ink37.xml"/><Relationship Id="rId72" Type="http://schemas.openxmlformats.org/officeDocument/2006/relationships/image" Target="../media/image43.png"/><Relationship Id="rId71" Type="http://schemas.openxmlformats.org/officeDocument/2006/relationships/customXml" Target="../ink/ink36.xml"/><Relationship Id="rId70" Type="http://schemas.openxmlformats.org/officeDocument/2006/relationships/image" Target="../media/image42.png"/><Relationship Id="rId7" Type="http://schemas.openxmlformats.org/officeDocument/2006/relationships/customXml" Target="../ink/ink4.xml"/><Relationship Id="rId69" Type="http://schemas.openxmlformats.org/officeDocument/2006/relationships/customXml" Target="../ink/ink35.xml"/><Relationship Id="rId68" Type="http://schemas.openxmlformats.org/officeDocument/2006/relationships/image" Target="../media/image41.png"/><Relationship Id="rId67" Type="http://schemas.openxmlformats.org/officeDocument/2006/relationships/customXml" Target="../ink/ink34.xml"/><Relationship Id="rId66" Type="http://schemas.openxmlformats.org/officeDocument/2006/relationships/image" Target="../media/image40.png"/><Relationship Id="rId65" Type="http://schemas.openxmlformats.org/officeDocument/2006/relationships/customXml" Target="../ink/ink33.xml"/><Relationship Id="rId64" Type="http://schemas.openxmlformats.org/officeDocument/2006/relationships/image" Target="../media/image39.png"/><Relationship Id="rId63" Type="http://schemas.openxmlformats.org/officeDocument/2006/relationships/customXml" Target="../ink/ink32.xml"/><Relationship Id="rId62" Type="http://schemas.openxmlformats.org/officeDocument/2006/relationships/image" Target="../media/image38.png"/><Relationship Id="rId61" Type="http://schemas.openxmlformats.org/officeDocument/2006/relationships/customXml" Target="../ink/ink31.xml"/><Relationship Id="rId60" Type="http://schemas.openxmlformats.org/officeDocument/2006/relationships/image" Target="../media/image37.png"/><Relationship Id="rId6" Type="http://schemas.openxmlformats.org/officeDocument/2006/relationships/image" Target="../media/image10.png"/><Relationship Id="rId59" Type="http://schemas.openxmlformats.org/officeDocument/2006/relationships/customXml" Target="../ink/ink30.xml"/><Relationship Id="rId58" Type="http://schemas.openxmlformats.org/officeDocument/2006/relationships/image" Target="../media/image36.png"/><Relationship Id="rId57" Type="http://schemas.openxmlformats.org/officeDocument/2006/relationships/customXml" Target="../ink/ink29.xml"/><Relationship Id="rId56" Type="http://schemas.openxmlformats.org/officeDocument/2006/relationships/image" Target="../media/image35.png"/><Relationship Id="rId55" Type="http://schemas.openxmlformats.org/officeDocument/2006/relationships/customXml" Target="../ink/ink28.xml"/><Relationship Id="rId54" Type="http://schemas.openxmlformats.org/officeDocument/2006/relationships/image" Target="../media/image34.png"/><Relationship Id="rId53" Type="http://schemas.openxmlformats.org/officeDocument/2006/relationships/customXml" Target="../ink/ink27.xml"/><Relationship Id="rId52" Type="http://schemas.openxmlformats.org/officeDocument/2006/relationships/image" Target="../media/image33.png"/><Relationship Id="rId51" Type="http://schemas.openxmlformats.org/officeDocument/2006/relationships/customXml" Target="../ink/ink26.xml"/><Relationship Id="rId50" Type="http://schemas.openxmlformats.org/officeDocument/2006/relationships/image" Target="../media/image32.png"/><Relationship Id="rId5" Type="http://schemas.openxmlformats.org/officeDocument/2006/relationships/customXml" Target="../ink/ink3.xml"/><Relationship Id="rId49" Type="http://schemas.openxmlformats.org/officeDocument/2006/relationships/customXml" Target="../ink/ink25.xml"/><Relationship Id="rId48" Type="http://schemas.openxmlformats.org/officeDocument/2006/relationships/image" Target="../media/image31.png"/><Relationship Id="rId47" Type="http://schemas.openxmlformats.org/officeDocument/2006/relationships/customXml" Target="../ink/ink24.xml"/><Relationship Id="rId46" Type="http://schemas.openxmlformats.org/officeDocument/2006/relationships/image" Target="../media/image30.png"/><Relationship Id="rId45" Type="http://schemas.openxmlformats.org/officeDocument/2006/relationships/customXml" Target="../ink/ink23.xml"/><Relationship Id="rId44" Type="http://schemas.openxmlformats.org/officeDocument/2006/relationships/image" Target="../media/image29.png"/><Relationship Id="rId43" Type="http://schemas.openxmlformats.org/officeDocument/2006/relationships/customXml" Target="../ink/ink22.xml"/><Relationship Id="rId42" Type="http://schemas.openxmlformats.org/officeDocument/2006/relationships/image" Target="../media/image28.png"/><Relationship Id="rId41" Type="http://schemas.openxmlformats.org/officeDocument/2006/relationships/customXml" Target="../ink/ink21.xml"/><Relationship Id="rId40" Type="http://schemas.openxmlformats.org/officeDocument/2006/relationships/image" Target="../media/image27.png"/><Relationship Id="rId4" Type="http://schemas.openxmlformats.org/officeDocument/2006/relationships/image" Target="../media/image9.png"/><Relationship Id="rId39" Type="http://schemas.openxmlformats.org/officeDocument/2006/relationships/customXml" Target="../ink/ink20.xml"/><Relationship Id="rId38" Type="http://schemas.openxmlformats.org/officeDocument/2006/relationships/image" Target="../media/image26.png"/><Relationship Id="rId37" Type="http://schemas.openxmlformats.org/officeDocument/2006/relationships/customXml" Target="../ink/ink19.xml"/><Relationship Id="rId36" Type="http://schemas.openxmlformats.org/officeDocument/2006/relationships/image" Target="../media/image25.png"/><Relationship Id="rId35" Type="http://schemas.openxmlformats.org/officeDocument/2006/relationships/customXml" Target="../ink/ink18.xml"/><Relationship Id="rId34" Type="http://schemas.openxmlformats.org/officeDocument/2006/relationships/image" Target="../media/image24.png"/><Relationship Id="rId33" Type="http://schemas.openxmlformats.org/officeDocument/2006/relationships/customXml" Target="../ink/ink17.xml"/><Relationship Id="rId32" Type="http://schemas.openxmlformats.org/officeDocument/2006/relationships/image" Target="../media/image23.png"/><Relationship Id="rId31" Type="http://schemas.openxmlformats.org/officeDocument/2006/relationships/customXml" Target="../ink/ink16.xml"/><Relationship Id="rId30" Type="http://schemas.openxmlformats.org/officeDocument/2006/relationships/image" Target="../media/image22.png"/><Relationship Id="rId3" Type="http://schemas.openxmlformats.org/officeDocument/2006/relationships/customXml" Target="../ink/ink2.xml"/><Relationship Id="rId29" Type="http://schemas.openxmlformats.org/officeDocument/2006/relationships/customXml" Target="../ink/ink15.xml"/><Relationship Id="rId28" Type="http://schemas.openxmlformats.org/officeDocument/2006/relationships/image" Target="../media/image21.png"/><Relationship Id="rId27" Type="http://schemas.openxmlformats.org/officeDocument/2006/relationships/customXml" Target="../ink/ink14.xml"/><Relationship Id="rId26" Type="http://schemas.openxmlformats.org/officeDocument/2006/relationships/image" Target="../media/image20.png"/><Relationship Id="rId25" Type="http://schemas.openxmlformats.org/officeDocument/2006/relationships/customXml" Target="../ink/ink13.xml"/><Relationship Id="rId24" Type="http://schemas.openxmlformats.org/officeDocument/2006/relationships/image" Target="../media/image19.png"/><Relationship Id="rId23" Type="http://schemas.openxmlformats.org/officeDocument/2006/relationships/customXml" Target="../ink/ink12.xml"/><Relationship Id="rId22" Type="http://schemas.openxmlformats.org/officeDocument/2006/relationships/image" Target="../media/image18.png"/><Relationship Id="rId21" Type="http://schemas.openxmlformats.org/officeDocument/2006/relationships/customXml" Target="../ink/ink11.xml"/><Relationship Id="rId20" Type="http://schemas.openxmlformats.org/officeDocument/2006/relationships/image" Target="../media/image17.png"/><Relationship Id="rId2" Type="http://schemas.openxmlformats.org/officeDocument/2006/relationships/image" Target="../media/image8.png"/><Relationship Id="rId19" Type="http://schemas.openxmlformats.org/officeDocument/2006/relationships/customXml" Target="../ink/ink10.xml"/><Relationship Id="rId18" Type="http://schemas.openxmlformats.org/officeDocument/2006/relationships/image" Target="../media/image16.png"/><Relationship Id="rId17" Type="http://schemas.openxmlformats.org/officeDocument/2006/relationships/customXml" Target="../ink/ink9.xml"/><Relationship Id="rId16" Type="http://schemas.openxmlformats.org/officeDocument/2006/relationships/image" Target="../media/image15.png"/><Relationship Id="rId15" Type="http://schemas.openxmlformats.org/officeDocument/2006/relationships/customXml" Target="../ink/ink8.xml"/><Relationship Id="rId14" Type="http://schemas.openxmlformats.org/officeDocument/2006/relationships/image" Target="../media/image14.png"/><Relationship Id="rId13" Type="http://schemas.openxmlformats.org/officeDocument/2006/relationships/customXml" Target="../ink/ink7.xml"/><Relationship Id="rId12" Type="http://schemas.openxmlformats.org/officeDocument/2006/relationships/image" Target="../media/image13.png"/><Relationship Id="rId11" Type="http://schemas.openxmlformats.org/officeDocument/2006/relationships/customXml" Target="../ink/ink6.xml"/><Relationship Id="rId10" Type="http://schemas.openxmlformats.org/officeDocument/2006/relationships/image" Target="../media/image12.png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customXml" Target="../ink/ink41.xml"/><Relationship Id="rId8" Type="http://schemas.openxmlformats.org/officeDocument/2006/relationships/image" Target="../media/image49.png"/><Relationship Id="rId7" Type="http://schemas.openxmlformats.org/officeDocument/2006/relationships/customXml" Target="../ink/ink40.xml"/><Relationship Id="rId6" Type="http://schemas.openxmlformats.org/officeDocument/2006/relationships/image" Target="../media/image48.png"/><Relationship Id="rId5" Type="http://schemas.openxmlformats.org/officeDocument/2006/relationships/customXml" Target="../ink/ink39.xml"/><Relationship Id="rId42" Type="http://schemas.openxmlformats.org/officeDocument/2006/relationships/slideLayout" Target="../slideLayouts/slideLayout2.xml"/><Relationship Id="rId41" Type="http://schemas.openxmlformats.org/officeDocument/2006/relationships/tags" Target="../tags/tag65.xml"/><Relationship Id="rId40" Type="http://schemas.openxmlformats.org/officeDocument/2006/relationships/image" Target="../media/image65.png"/><Relationship Id="rId4" Type="http://schemas.openxmlformats.org/officeDocument/2006/relationships/image" Target="../media/image47.png"/><Relationship Id="rId39" Type="http://schemas.openxmlformats.org/officeDocument/2006/relationships/customXml" Target="../ink/ink56.xml"/><Relationship Id="rId38" Type="http://schemas.openxmlformats.org/officeDocument/2006/relationships/image" Target="../media/image64.png"/><Relationship Id="rId37" Type="http://schemas.openxmlformats.org/officeDocument/2006/relationships/customXml" Target="../ink/ink55.xml"/><Relationship Id="rId36" Type="http://schemas.openxmlformats.org/officeDocument/2006/relationships/image" Target="../media/image63.png"/><Relationship Id="rId35" Type="http://schemas.openxmlformats.org/officeDocument/2006/relationships/customXml" Target="../ink/ink54.xml"/><Relationship Id="rId34" Type="http://schemas.openxmlformats.org/officeDocument/2006/relationships/image" Target="../media/image62.png"/><Relationship Id="rId33" Type="http://schemas.openxmlformats.org/officeDocument/2006/relationships/customXml" Target="../ink/ink53.xml"/><Relationship Id="rId32" Type="http://schemas.openxmlformats.org/officeDocument/2006/relationships/image" Target="../media/image61.png"/><Relationship Id="rId31" Type="http://schemas.openxmlformats.org/officeDocument/2006/relationships/customXml" Target="../ink/ink52.xml"/><Relationship Id="rId30" Type="http://schemas.openxmlformats.org/officeDocument/2006/relationships/image" Target="../media/image60.png"/><Relationship Id="rId3" Type="http://schemas.openxmlformats.org/officeDocument/2006/relationships/customXml" Target="../ink/ink38.xml"/><Relationship Id="rId29" Type="http://schemas.openxmlformats.org/officeDocument/2006/relationships/customXml" Target="../ink/ink51.xml"/><Relationship Id="rId28" Type="http://schemas.openxmlformats.org/officeDocument/2006/relationships/image" Target="../media/image59.png"/><Relationship Id="rId27" Type="http://schemas.openxmlformats.org/officeDocument/2006/relationships/customXml" Target="../ink/ink50.xml"/><Relationship Id="rId26" Type="http://schemas.openxmlformats.org/officeDocument/2006/relationships/image" Target="../media/image58.png"/><Relationship Id="rId25" Type="http://schemas.openxmlformats.org/officeDocument/2006/relationships/customXml" Target="../ink/ink49.xml"/><Relationship Id="rId24" Type="http://schemas.openxmlformats.org/officeDocument/2006/relationships/image" Target="../media/image57.png"/><Relationship Id="rId23" Type="http://schemas.openxmlformats.org/officeDocument/2006/relationships/customXml" Target="../ink/ink48.xml"/><Relationship Id="rId22" Type="http://schemas.openxmlformats.org/officeDocument/2006/relationships/image" Target="../media/image56.png"/><Relationship Id="rId21" Type="http://schemas.openxmlformats.org/officeDocument/2006/relationships/customXml" Target="../ink/ink47.xml"/><Relationship Id="rId20" Type="http://schemas.openxmlformats.org/officeDocument/2006/relationships/image" Target="../media/image55.png"/><Relationship Id="rId2" Type="http://schemas.openxmlformats.org/officeDocument/2006/relationships/image" Target="../media/image46.png"/><Relationship Id="rId19" Type="http://schemas.openxmlformats.org/officeDocument/2006/relationships/customXml" Target="../ink/ink46.xml"/><Relationship Id="rId18" Type="http://schemas.openxmlformats.org/officeDocument/2006/relationships/image" Target="../media/image54.png"/><Relationship Id="rId17" Type="http://schemas.openxmlformats.org/officeDocument/2006/relationships/customXml" Target="../ink/ink45.xml"/><Relationship Id="rId16" Type="http://schemas.openxmlformats.org/officeDocument/2006/relationships/image" Target="../media/image53.png"/><Relationship Id="rId15" Type="http://schemas.openxmlformats.org/officeDocument/2006/relationships/customXml" Target="../ink/ink44.xml"/><Relationship Id="rId14" Type="http://schemas.openxmlformats.org/officeDocument/2006/relationships/image" Target="../media/image52.png"/><Relationship Id="rId13" Type="http://schemas.openxmlformats.org/officeDocument/2006/relationships/customXml" Target="../ink/ink43.xml"/><Relationship Id="rId12" Type="http://schemas.openxmlformats.org/officeDocument/2006/relationships/image" Target="../media/image51.png"/><Relationship Id="rId11" Type="http://schemas.openxmlformats.org/officeDocument/2006/relationships/customXml" Target="../ink/ink42.xml"/><Relationship Id="rId10" Type="http://schemas.openxmlformats.org/officeDocument/2006/relationships/image" Target="../media/image50.png"/><Relationship Id="rId1" Type="http://schemas.openxmlformats.org/officeDocument/2006/relationships/image" Target="../media/image4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205105" y="920115"/>
            <a:ext cx="4064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栈顶为</a:t>
            </a:r>
            <a:r>
              <a:rPr lang="en-US" altLang="zh-CN"/>
              <a:t>top</a:t>
            </a:r>
            <a:endParaRPr lang="en-US" altLang="zh-CN"/>
          </a:p>
          <a:p>
            <a:r>
              <a:rPr lang="zh-CN" altLang="en-US"/>
              <a:t>容量是</a:t>
            </a:r>
            <a:r>
              <a:rPr lang="en-US" altLang="zh-CN"/>
              <a:t>capacity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205105" y="1911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入栈</a:t>
            </a: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924925" y="511175"/>
            <a:ext cx="607695" cy="168338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029575" y="1843405"/>
            <a:ext cx="561340" cy="23368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039100" y="1647190"/>
            <a:ext cx="551815" cy="16827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8029575" y="1413510"/>
            <a:ext cx="579755" cy="18669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973695" y="1366520"/>
            <a:ext cx="710565" cy="75755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2330" y="191135"/>
            <a:ext cx="4368800" cy="252285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4925" y="1489075"/>
            <a:ext cx="575310" cy="635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19" name="墨迹 18"/>
              <p14:cNvContentPartPr/>
              <p14:nvPr/>
            </p14:nvContentPartPr>
            <p14:xfrm>
              <a:off x="10603230" y="1245870"/>
              <a:ext cx="232410" cy="213360"/>
            </p14:xfrm>
          </p:contentPart>
        </mc:Choice>
        <mc:Fallback xmlns="">
          <p:pic>
            <p:nvPicPr>
              <p:cNvPr id="19" name="墨迹 18"/>
            </p:nvPicPr>
            <p:blipFill>
              <a:blip r:embed="rId4"/>
            </p:blipFill>
            <p:spPr>
              <a:xfrm>
                <a:off x="10603230" y="1245870"/>
                <a:ext cx="232410" cy="213360"/>
              </a:xfrm>
              <a:prstGeom prst="rect"/>
            </p:spPr>
          </p:pic>
        </mc:Fallback>
      </mc:AlternateContent>
      <p:sp>
        <p:nvSpPr>
          <p:cNvPr id="20" name="文本框 19"/>
          <p:cNvSpPr txBox="1"/>
          <p:nvPr/>
        </p:nvSpPr>
        <p:spPr>
          <a:xfrm>
            <a:off x="8982075" y="1211580"/>
            <a:ext cx="40640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temp</a:t>
            </a:r>
            <a:endParaRPr lang="en-US" altLang="zh-CN" sz="1000"/>
          </a:p>
        </p:txBody>
      </p:sp>
      <p:sp>
        <p:nvSpPr>
          <p:cNvPr id="22" name="文本框 21"/>
          <p:cNvSpPr txBox="1"/>
          <p:nvPr/>
        </p:nvSpPr>
        <p:spPr>
          <a:xfrm>
            <a:off x="8841740" y="179070"/>
            <a:ext cx="40640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newCapcaity</a:t>
            </a:r>
            <a:endParaRPr lang="en-US" altLang="zh-CN" sz="1000"/>
          </a:p>
        </p:txBody>
      </p:sp>
      <p:sp>
        <p:nvSpPr>
          <p:cNvPr id="23" name="文本框 22"/>
          <p:cNvSpPr txBox="1"/>
          <p:nvPr/>
        </p:nvSpPr>
        <p:spPr>
          <a:xfrm>
            <a:off x="8029575" y="1010920"/>
            <a:ext cx="40640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capacity</a:t>
            </a:r>
            <a:endParaRPr lang="en-US" altLang="zh-CN" sz="1000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8600" y="511175"/>
            <a:ext cx="699135" cy="166687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10190" y="136525"/>
            <a:ext cx="901700" cy="266700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10472420" y="1459230"/>
            <a:ext cx="40640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a</a:t>
            </a:r>
            <a:endParaRPr lang="en-US" altLang="zh-CN" sz="100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4375" y="2465070"/>
            <a:ext cx="2489200" cy="431800"/>
          </a:xfrm>
          <a:prstGeom prst="rect">
            <a:avLst/>
          </a:prstGeom>
        </p:spPr>
      </p:pic>
      <p:cxnSp>
        <p:nvCxnSpPr>
          <p:cNvPr id="29" name="直接箭头连接符 28"/>
          <p:cNvCxnSpPr/>
          <p:nvPr/>
        </p:nvCxnSpPr>
        <p:spPr>
          <a:xfrm>
            <a:off x="9740900" y="1492250"/>
            <a:ext cx="52324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0" y="3183890"/>
            <a:ext cx="11103610" cy="3599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/>
              <a:t>STDataType* temp = </a:t>
            </a:r>
            <a:endParaRPr lang="en-US" altLang="zh-CN" sz="1000"/>
          </a:p>
          <a:p>
            <a:r>
              <a:rPr lang="en-US" altLang="zh-CN" sz="1000"/>
              <a:t>    (STDataType*)realloc(ps-&gt;_a, sizeof(STDataType) * newCapcaity);</a:t>
            </a:r>
            <a:endParaRPr lang="en-US" altLang="zh-CN" sz="1000"/>
          </a:p>
          <a:p>
            <a:r>
              <a:rPr lang="en-US" altLang="zh-CN" sz="1000"/>
              <a:t>STDataType* temp</a:t>
            </a:r>
            <a:r>
              <a:rPr lang="zh-CN" altLang="en-US" sz="1000"/>
              <a:t>：</a:t>
            </a:r>
            <a:endParaRPr lang="zh-CN" altLang="en-US" sz="1000"/>
          </a:p>
          <a:p>
            <a:endParaRPr lang="en-US" altLang="zh-CN" sz="1000"/>
          </a:p>
          <a:p>
            <a:r>
              <a:rPr lang="zh-CN" altLang="en-US" sz="1000"/>
              <a:t>定义一个指针</a:t>
            </a:r>
            <a:r>
              <a:rPr lang="en-US" altLang="zh-CN" sz="1000"/>
              <a:t> temp</a:t>
            </a:r>
            <a:r>
              <a:rPr lang="zh-CN" altLang="en-US" sz="1000"/>
              <a:t>，用于存储</a:t>
            </a:r>
            <a:r>
              <a:rPr lang="en-US" altLang="zh-CN" sz="1000"/>
              <a:t> realloc() </a:t>
            </a:r>
            <a:r>
              <a:rPr lang="zh-CN" altLang="en-US" sz="1000"/>
              <a:t>返回的新内存地址。</a:t>
            </a:r>
            <a:endParaRPr lang="zh-CN" altLang="en-US" sz="1000"/>
          </a:p>
          <a:p>
            <a:r>
              <a:rPr lang="en-US" altLang="zh-CN" sz="1000"/>
              <a:t>STDataType </a:t>
            </a:r>
            <a:r>
              <a:rPr lang="zh-CN" altLang="en-US" sz="1000"/>
              <a:t>是一个</a:t>
            </a:r>
            <a:r>
              <a:rPr lang="en-US" altLang="zh-CN" sz="1000"/>
              <a:t> typedef </a:t>
            </a:r>
            <a:r>
              <a:rPr lang="zh-CN" altLang="en-US" sz="1000"/>
              <a:t>定义的数据类型（可以是</a:t>
            </a:r>
            <a:r>
              <a:rPr lang="en-US" altLang="zh-CN" sz="1000"/>
              <a:t> int</a:t>
            </a:r>
            <a:r>
              <a:rPr lang="zh-CN" altLang="en-US" sz="1000"/>
              <a:t>、</a:t>
            </a:r>
            <a:r>
              <a:rPr lang="en-US" altLang="zh-CN" sz="1000"/>
              <a:t>double </a:t>
            </a:r>
            <a:r>
              <a:rPr lang="zh-CN" altLang="en-US" sz="1000"/>
              <a:t>等）。</a:t>
            </a:r>
            <a:endParaRPr lang="zh-CN" altLang="en-US" sz="1000"/>
          </a:p>
          <a:p>
            <a:r>
              <a:rPr lang="en-US" altLang="zh-CN" sz="1000"/>
              <a:t>realloc(ps-&gt;_a, sizeof(STDataType) * newCapcaity)</a:t>
            </a:r>
            <a:r>
              <a:rPr lang="zh-CN" altLang="en-US" sz="1000"/>
              <a:t>：</a:t>
            </a:r>
            <a:endParaRPr lang="zh-CN" altLang="en-US" sz="1000"/>
          </a:p>
          <a:p>
            <a:endParaRPr lang="en-US" altLang="zh-CN" sz="1000"/>
          </a:p>
          <a:p>
            <a:r>
              <a:rPr lang="en-US" altLang="zh-CN" sz="1000"/>
              <a:t>realloc() </a:t>
            </a:r>
            <a:r>
              <a:rPr lang="zh-CN" altLang="en-US" sz="1000"/>
              <a:t>是</a:t>
            </a:r>
            <a:r>
              <a:rPr lang="en-US" altLang="zh-CN" sz="1000"/>
              <a:t> C </a:t>
            </a:r>
            <a:r>
              <a:rPr lang="zh-CN" altLang="en-US" sz="1000"/>
              <a:t>语言中的</a:t>
            </a:r>
            <a:r>
              <a:rPr lang="en-US" altLang="zh-CN" sz="1000"/>
              <a:t> </a:t>
            </a:r>
            <a:r>
              <a:rPr lang="zh-CN" altLang="en-US" sz="1000"/>
              <a:t>内存重新分配函数，用于改变已有内存块的大小。</a:t>
            </a:r>
            <a:endParaRPr lang="zh-CN" altLang="en-US" sz="1000"/>
          </a:p>
          <a:p>
            <a:r>
              <a:rPr lang="en-US" altLang="zh-CN" sz="1000"/>
              <a:t>ps-&gt;_a </a:t>
            </a:r>
            <a:r>
              <a:rPr lang="zh-CN" altLang="en-US" sz="1000"/>
              <a:t>是当前数组的起始地址，</a:t>
            </a:r>
            <a:r>
              <a:rPr lang="en-US" altLang="zh-CN" sz="1000"/>
              <a:t>realloc() </a:t>
            </a:r>
            <a:r>
              <a:rPr lang="zh-CN" altLang="en-US" sz="1000"/>
              <a:t>试图扩展这个已有的内存。</a:t>
            </a:r>
            <a:endParaRPr lang="zh-CN" altLang="en-US" sz="1000"/>
          </a:p>
          <a:p>
            <a:r>
              <a:rPr lang="en-US" altLang="zh-CN" sz="1000"/>
              <a:t>sizeof(STDataType) * newCapcaity </a:t>
            </a:r>
            <a:r>
              <a:rPr lang="zh-CN" altLang="en-US" sz="1000"/>
              <a:t>计算所需的新内存大小：</a:t>
            </a:r>
            <a:endParaRPr lang="zh-CN" altLang="en-US" sz="1000"/>
          </a:p>
          <a:p>
            <a:r>
              <a:rPr lang="en-US" altLang="zh-CN" sz="1000"/>
              <a:t>sizeof(STDataType)</a:t>
            </a:r>
            <a:r>
              <a:rPr lang="zh-CN" altLang="en-US" sz="1000"/>
              <a:t>：每个元素的大小（例如</a:t>
            </a:r>
            <a:r>
              <a:rPr lang="en-US" altLang="zh-CN" sz="1000"/>
              <a:t> int </a:t>
            </a:r>
            <a:r>
              <a:rPr lang="zh-CN" altLang="en-US" sz="1000"/>
              <a:t>占</a:t>
            </a:r>
            <a:r>
              <a:rPr lang="en-US" altLang="zh-CN" sz="1000"/>
              <a:t> 4 </a:t>
            </a:r>
            <a:r>
              <a:rPr lang="zh-CN" altLang="en-US" sz="1000"/>
              <a:t>字节）。</a:t>
            </a:r>
            <a:endParaRPr lang="zh-CN" altLang="en-US" sz="1000"/>
          </a:p>
          <a:p>
            <a:r>
              <a:rPr lang="en-US" altLang="zh-CN" sz="1000"/>
              <a:t>newCapcaity</a:t>
            </a:r>
            <a:r>
              <a:rPr lang="zh-CN" altLang="en-US" sz="1000"/>
              <a:t>：新数组的元素个数（通常是</a:t>
            </a:r>
            <a:r>
              <a:rPr lang="en-US" altLang="zh-CN" sz="1000"/>
              <a:t> </a:t>
            </a:r>
            <a:r>
              <a:rPr lang="zh-CN" altLang="en-US" sz="1000"/>
              <a:t>旧容量</a:t>
            </a:r>
            <a:r>
              <a:rPr lang="en-US" altLang="zh-CN" sz="1000"/>
              <a:t> </a:t>
            </a:r>
            <a:r>
              <a:rPr lang="en-US" altLang="en-US" sz="1000"/>
              <a:t>×</a:t>
            </a:r>
            <a:r>
              <a:rPr lang="en-US" altLang="zh-CN" sz="1000"/>
              <a:t> 2</a:t>
            </a:r>
            <a:r>
              <a:rPr lang="zh-CN" altLang="en-US" sz="1000"/>
              <a:t>）。</a:t>
            </a:r>
            <a:endParaRPr lang="zh-CN" altLang="en-US" sz="1000"/>
          </a:p>
          <a:p>
            <a:r>
              <a:rPr lang="en-US" altLang="zh-CN" sz="1000"/>
              <a:t>sizeof(STDataType) * newCapcaity </a:t>
            </a:r>
            <a:r>
              <a:rPr lang="zh-CN" altLang="en-US" sz="1000"/>
              <a:t>就是总字节数，表示需要的新内存大小。</a:t>
            </a:r>
            <a:endParaRPr lang="zh-CN" altLang="en-US" sz="1000"/>
          </a:p>
          <a:p>
            <a:r>
              <a:rPr lang="en-US" altLang="zh-CN" sz="1000"/>
              <a:t>(STDataType*) </a:t>
            </a:r>
            <a:r>
              <a:rPr lang="zh-CN" altLang="en-US" sz="1000"/>
              <a:t>强制类型转换：</a:t>
            </a:r>
            <a:endParaRPr lang="zh-CN" altLang="en-US" sz="1000"/>
          </a:p>
          <a:p>
            <a:endParaRPr lang="en-US" altLang="zh-CN" sz="1000"/>
          </a:p>
          <a:p>
            <a:r>
              <a:rPr lang="en-US" altLang="zh-CN" sz="1000"/>
              <a:t>realloc() </a:t>
            </a:r>
            <a:r>
              <a:rPr lang="zh-CN" altLang="en-US" sz="1000"/>
              <a:t>返回的是</a:t>
            </a:r>
            <a:r>
              <a:rPr lang="en-US" altLang="zh-CN" sz="1000"/>
              <a:t> void* </a:t>
            </a:r>
            <a:r>
              <a:rPr lang="zh-CN" altLang="en-US" sz="1000"/>
              <a:t>类型（通用指针），需要转换成</a:t>
            </a:r>
            <a:r>
              <a:rPr lang="en-US" altLang="zh-CN" sz="1000"/>
              <a:t> STDataType* </a:t>
            </a:r>
            <a:r>
              <a:rPr lang="zh-CN" altLang="en-US" sz="1000"/>
              <a:t>才能用于存储数据。</a:t>
            </a:r>
            <a:endParaRPr lang="zh-CN" altLang="en-US" sz="1000"/>
          </a:p>
          <a:p>
            <a:r>
              <a:rPr lang="en-US" altLang="zh-CN" sz="1000"/>
              <a:t>(STDataType*)realloc(...) </a:t>
            </a:r>
            <a:r>
              <a:rPr lang="zh-CN" altLang="en-US" sz="1000"/>
              <a:t>让</a:t>
            </a:r>
            <a:r>
              <a:rPr lang="en-US" altLang="zh-CN" sz="1000"/>
              <a:t> temp </a:t>
            </a:r>
            <a:r>
              <a:rPr lang="zh-CN" altLang="en-US" sz="1000"/>
              <a:t>指向</a:t>
            </a:r>
            <a:r>
              <a:rPr lang="en-US" altLang="zh-CN" sz="1000"/>
              <a:t> STDataType </a:t>
            </a:r>
            <a:r>
              <a:rPr lang="zh-CN" altLang="en-US" sz="1000"/>
              <a:t>类型的新数组。</a:t>
            </a:r>
            <a:endParaRPr lang="zh-CN" altLang="en-US" sz="1000"/>
          </a:p>
        </p:txBody>
      </p:sp>
      <p:sp>
        <p:nvSpPr>
          <p:cNvPr id="31" name="文本框 30"/>
          <p:cNvSpPr txBox="1"/>
          <p:nvPr/>
        </p:nvSpPr>
        <p:spPr>
          <a:xfrm>
            <a:off x="4773295" y="3188970"/>
            <a:ext cx="621411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realloc() </a:t>
            </a:r>
            <a:r>
              <a:rPr lang="zh-CN" altLang="en-US" sz="1000"/>
              <a:t>的工作方式</a:t>
            </a:r>
            <a:endParaRPr lang="zh-CN" altLang="en-US" sz="1000"/>
          </a:p>
          <a:p>
            <a:r>
              <a:rPr lang="zh-CN" altLang="en-US" sz="1000"/>
              <a:t>如果</a:t>
            </a:r>
            <a:r>
              <a:rPr lang="en-US" altLang="zh-CN" sz="1000"/>
              <a:t> realloc() </a:t>
            </a:r>
            <a:r>
              <a:rPr lang="zh-CN" altLang="en-US" sz="1000"/>
              <a:t>能在原地址扩容：</a:t>
            </a:r>
            <a:endParaRPr lang="zh-CN" altLang="en-US" sz="1000"/>
          </a:p>
          <a:p>
            <a:endParaRPr lang="en-US" altLang="zh-CN" sz="1000"/>
          </a:p>
          <a:p>
            <a:r>
              <a:rPr lang="zh-CN" altLang="en-US" sz="1000"/>
              <a:t>内存足够，直接扩展</a:t>
            </a:r>
            <a:r>
              <a:rPr lang="en-US" altLang="zh-CN" sz="1000"/>
              <a:t> ps-&gt;_a </a:t>
            </a:r>
            <a:r>
              <a:rPr lang="zh-CN" altLang="en-US" sz="1000"/>
              <a:t>指向的内存块，返回原地址。</a:t>
            </a:r>
            <a:endParaRPr lang="zh-CN" altLang="en-US" sz="1000"/>
          </a:p>
          <a:p>
            <a:r>
              <a:rPr lang="en-US" altLang="zh-CN" sz="1000"/>
              <a:t>temp == ps-&gt;_a</a:t>
            </a:r>
            <a:r>
              <a:rPr lang="zh-CN" altLang="en-US" sz="1000"/>
              <a:t>（地址不变）。</a:t>
            </a:r>
            <a:endParaRPr lang="zh-CN" altLang="en-US" sz="1000"/>
          </a:p>
          <a:p>
            <a:r>
              <a:rPr lang="zh-CN" altLang="en-US" sz="1000"/>
              <a:t>如果</a:t>
            </a:r>
            <a:r>
              <a:rPr lang="en-US" altLang="zh-CN" sz="1000"/>
              <a:t> realloc() </a:t>
            </a:r>
            <a:r>
              <a:rPr lang="zh-CN" altLang="en-US" sz="1000"/>
              <a:t>不能在原地址扩容：</a:t>
            </a:r>
            <a:endParaRPr lang="zh-CN" altLang="en-US" sz="1000"/>
          </a:p>
          <a:p>
            <a:endParaRPr lang="en-US" altLang="zh-CN" sz="1000"/>
          </a:p>
          <a:p>
            <a:r>
              <a:rPr lang="zh-CN" altLang="en-US" sz="1000"/>
              <a:t>旧内存地址后面没有足够的空间。</a:t>
            </a:r>
            <a:endParaRPr lang="zh-CN" altLang="en-US" sz="1000"/>
          </a:p>
          <a:p>
            <a:r>
              <a:rPr lang="en-US" altLang="zh-CN" sz="1000"/>
              <a:t>realloc() </a:t>
            </a:r>
            <a:r>
              <a:rPr lang="zh-CN" altLang="en-US" sz="1000"/>
              <a:t>会</a:t>
            </a:r>
            <a:r>
              <a:rPr lang="en-US" altLang="zh-CN" sz="1000"/>
              <a:t> </a:t>
            </a:r>
            <a:r>
              <a:rPr lang="zh-CN" altLang="en-US" sz="1000"/>
              <a:t>在新的位置分配更大的内存块，然后拷贝旧数据到新内存，最后释放旧的内存。</a:t>
            </a:r>
            <a:endParaRPr lang="zh-CN" altLang="en-US" sz="1000"/>
          </a:p>
          <a:p>
            <a:r>
              <a:rPr lang="en-US" altLang="zh-CN" sz="1000"/>
              <a:t>temp != ps-&gt;_a</a:t>
            </a:r>
            <a:r>
              <a:rPr lang="zh-CN" altLang="en-US" sz="1000"/>
              <a:t>（地址发生改变）。</a:t>
            </a:r>
            <a:endParaRPr lang="zh-CN" altLang="en-US" sz="1000"/>
          </a:p>
          <a:p>
            <a:r>
              <a:rPr lang="zh-CN" altLang="en-US" sz="1000"/>
              <a:t>如果</a:t>
            </a:r>
            <a:r>
              <a:rPr lang="en-US" altLang="zh-CN" sz="1000"/>
              <a:t> realloc() </a:t>
            </a:r>
            <a:r>
              <a:rPr lang="zh-CN" altLang="en-US" sz="1000"/>
              <a:t>失败：</a:t>
            </a:r>
            <a:endParaRPr lang="zh-CN" altLang="en-US" sz="1000"/>
          </a:p>
          <a:p>
            <a:endParaRPr lang="en-US" altLang="zh-CN" sz="1000"/>
          </a:p>
          <a:p>
            <a:r>
              <a:rPr lang="zh-CN" altLang="en-US" sz="1000"/>
              <a:t>可能由于</a:t>
            </a:r>
            <a:r>
              <a:rPr lang="en-US" altLang="zh-CN" sz="1000"/>
              <a:t> </a:t>
            </a:r>
            <a:r>
              <a:rPr lang="zh-CN" altLang="en-US" sz="1000"/>
              <a:t>内存不足</a:t>
            </a:r>
            <a:r>
              <a:rPr lang="en-US" altLang="zh-CN" sz="1000"/>
              <a:t> </a:t>
            </a:r>
            <a:r>
              <a:rPr lang="zh-CN" altLang="en-US" sz="1000"/>
              <a:t>或</a:t>
            </a:r>
            <a:r>
              <a:rPr lang="en-US" altLang="zh-CN" sz="1000"/>
              <a:t> </a:t>
            </a:r>
            <a:r>
              <a:rPr lang="zh-CN" altLang="en-US" sz="1000"/>
              <a:t>其他系统限制，</a:t>
            </a:r>
            <a:r>
              <a:rPr lang="en-US" altLang="zh-CN" sz="1000"/>
              <a:t>realloc() </a:t>
            </a:r>
            <a:r>
              <a:rPr lang="zh-CN" altLang="en-US" sz="1000"/>
              <a:t>返回</a:t>
            </a:r>
            <a:r>
              <a:rPr lang="en-US" altLang="zh-CN" sz="1000"/>
              <a:t> NULL</a:t>
            </a:r>
            <a:r>
              <a:rPr lang="zh-CN" altLang="en-US" sz="1000"/>
              <a:t>。</a:t>
            </a:r>
            <a:endParaRPr lang="zh-CN" altLang="en-US" sz="1000"/>
          </a:p>
          <a:p>
            <a:r>
              <a:rPr lang="zh-CN" altLang="en-US" sz="1000"/>
              <a:t>必须检查</a:t>
            </a:r>
            <a:r>
              <a:rPr lang="en-US" altLang="zh-CN" sz="1000"/>
              <a:t> if (!temp)</a:t>
            </a:r>
            <a:r>
              <a:rPr lang="zh-CN" altLang="en-US" sz="1000"/>
              <a:t>，防止</a:t>
            </a:r>
            <a:r>
              <a:rPr lang="en-US" altLang="zh-CN" sz="1000"/>
              <a:t> NULL </a:t>
            </a:r>
            <a:r>
              <a:rPr lang="zh-CN" altLang="en-US" sz="1000"/>
              <a:t>指针被赋值给</a:t>
            </a:r>
            <a:r>
              <a:rPr lang="en-US" altLang="zh-CN" sz="1000"/>
              <a:t> ps-&gt;_a</a:t>
            </a:r>
            <a:r>
              <a:rPr lang="zh-CN" altLang="en-US" sz="1000"/>
              <a:t>，否则会导致</a:t>
            </a:r>
            <a:r>
              <a:rPr lang="en-US" altLang="zh-CN" sz="1000"/>
              <a:t> </a:t>
            </a:r>
            <a:r>
              <a:rPr lang="zh-CN" altLang="en-US" sz="1000"/>
              <a:t>段错误</a:t>
            </a:r>
            <a:endParaRPr lang="zh-CN" altLang="en-US" sz="1000"/>
          </a:p>
        </p:txBody>
      </p:sp>
      <p:sp>
        <p:nvSpPr>
          <p:cNvPr id="32" name="矩形 31"/>
          <p:cNvSpPr/>
          <p:nvPr/>
        </p:nvSpPr>
        <p:spPr>
          <a:xfrm>
            <a:off x="10443210" y="4204335"/>
            <a:ext cx="598170" cy="136525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10471150" y="5288915"/>
            <a:ext cx="570230" cy="25209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10480040" y="4998720"/>
            <a:ext cx="533400" cy="25273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10536555" y="5324475"/>
            <a:ext cx="40640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10</a:t>
            </a:r>
            <a:endParaRPr lang="en-US" altLang="zh-CN" sz="1000"/>
          </a:p>
        </p:txBody>
      </p:sp>
      <p:sp>
        <p:nvSpPr>
          <p:cNvPr id="36" name="文本框 35"/>
          <p:cNvSpPr txBox="1"/>
          <p:nvPr/>
        </p:nvSpPr>
        <p:spPr>
          <a:xfrm>
            <a:off x="10603230" y="5006340"/>
            <a:ext cx="40640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20</a:t>
            </a:r>
            <a:endParaRPr lang="en-US" altLang="zh-CN" sz="1000"/>
          </a:p>
        </p:txBody>
      </p:sp>
      <p:sp>
        <p:nvSpPr>
          <p:cNvPr id="37" name="文本框 36"/>
          <p:cNvSpPr txBox="1"/>
          <p:nvPr/>
        </p:nvSpPr>
        <p:spPr>
          <a:xfrm>
            <a:off x="9853930" y="5324475"/>
            <a:ext cx="40640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ps-&gt;_a</a:t>
            </a:r>
            <a:endParaRPr lang="en-US" altLang="zh-CN" sz="1000"/>
          </a:p>
        </p:txBody>
      </p:sp>
      <p:sp>
        <p:nvSpPr>
          <p:cNvPr id="38" name="文本框 37"/>
          <p:cNvSpPr txBox="1"/>
          <p:nvPr/>
        </p:nvSpPr>
        <p:spPr>
          <a:xfrm>
            <a:off x="10536555" y="4688205"/>
            <a:ext cx="40640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top</a:t>
            </a:r>
            <a:endParaRPr lang="en-US" altLang="zh-CN" sz="1000"/>
          </a:p>
        </p:txBody>
      </p:sp>
    </p:spTree>
    <p:custDataLst>
      <p:tags r:id="rId8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5345430" y="19094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top</a:t>
            </a:r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460" y="86995"/>
            <a:ext cx="3752850" cy="243840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5188585" y="1221740"/>
            <a:ext cx="869315" cy="191643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5226050" y="2717800"/>
            <a:ext cx="803910" cy="36449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226050" y="2352675"/>
            <a:ext cx="803910" cy="29019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rcRect t="994" r="1051"/>
          <a:stretch>
            <a:fillRect/>
          </a:stretch>
        </p:blipFill>
        <p:spPr>
          <a:xfrm>
            <a:off x="6917055" y="1146810"/>
            <a:ext cx="1076325" cy="208724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13" name="墨迹 12"/>
              <p14:cNvContentPartPr/>
              <p14:nvPr/>
            </p14:nvContentPartPr>
            <p14:xfrm>
              <a:off x="7066280" y="2315845"/>
              <a:ext cx="750570" cy="328295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4"/>
            </p:blipFill>
            <p:spPr>
              <a:xfrm>
                <a:off x="7066280" y="2315845"/>
                <a:ext cx="750570" cy="3282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14" name="墨迹 13"/>
              <p14:cNvContentPartPr/>
              <p14:nvPr/>
            </p14:nvContentPartPr>
            <p14:xfrm>
              <a:off x="7198995" y="2344420"/>
              <a:ext cx="485775" cy="318135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6"/>
            </p:blipFill>
            <p:spPr>
              <a:xfrm>
                <a:off x="7198995" y="2344420"/>
                <a:ext cx="485775" cy="3181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15" name="墨迹 14"/>
              <p14:cNvContentPartPr/>
              <p14:nvPr/>
            </p14:nvContentPartPr>
            <p14:xfrm>
              <a:off x="7301865" y="2129155"/>
              <a:ext cx="434340" cy="635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8"/>
            </p:blipFill>
            <p:spPr>
              <a:xfrm>
                <a:off x="7301865" y="2129155"/>
                <a:ext cx="434340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16" name="墨迹 15"/>
              <p14:cNvContentPartPr/>
              <p14:nvPr/>
            </p14:nvContentPartPr>
            <p14:xfrm>
              <a:off x="7956550" y="2961005"/>
              <a:ext cx="151130" cy="635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10"/>
            </p:blipFill>
            <p:spPr>
              <a:xfrm>
                <a:off x="7956550" y="2961005"/>
                <a:ext cx="151130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17" name="墨迹 16"/>
              <p14:cNvContentPartPr/>
              <p14:nvPr/>
            </p14:nvContentPartPr>
            <p14:xfrm>
              <a:off x="8053705" y="2886710"/>
              <a:ext cx="138430" cy="15875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Id12"/>
            </p:blipFill>
            <p:spPr>
              <a:xfrm>
                <a:off x="8053705" y="2886710"/>
                <a:ext cx="138430" cy="1587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18" name="墨迹 17"/>
              <p14:cNvContentPartPr/>
              <p14:nvPr/>
            </p14:nvContentPartPr>
            <p14:xfrm>
              <a:off x="8283575" y="2915285"/>
              <a:ext cx="132715" cy="46355"/>
            </p14:xfrm>
          </p:contentPart>
        </mc:Choice>
        <mc:Fallback xmlns="">
          <p:pic>
            <p:nvPicPr>
              <p:cNvPr id="18" name="墨迹 17"/>
            </p:nvPicPr>
            <p:blipFill>
              <a:blip r:embed="rId14"/>
            </p:blipFill>
            <p:spPr>
              <a:xfrm>
                <a:off x="8283575" y="2915285"/>
                <a:ext cx="132715" cy="463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19" name="墨迹 18"/>
              <p14:cNvContentPartPr/>
              <p14:nvPr/>
            </p14:nvContentPartPr>
            <p14:xfrm>
              <a:off x="8367395" y="2811780"/>
              <a:ext cx="94615" cy="215265"/>
            </p14:xfrm>
          </p:contentPart>
        </mc:Choice>
        <mc:Fallback xmlns="">
          <p:pic>
            <p:nvPicPr>
              <p:cNvPr id="19" name="墨迹 18"/>
            </p:nvPicPr>
            <p:blipFill>
              <a:blip r:embed="rId16"/>
            </p:blipFill>
            <p:spPr>
              <a:xfrm>
                <a:off x="8367395" y="2811780"/>
                <a:ext cx="94615" cy="2152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20" name="墨迹 19"/>
              <p14:cNvContentPartPr/>
              <p14:nvPr/>
            </p14:nvContentPartPr>
            <p14:xfrm>
              <a:off x="8526780" y="2877185"/>
              <a:ext cx="48260" cy="122555"/>
            </p14:xfrm>
          </p:contentPart>
        </mc:Choice>
        <mc:Fallback xmlns="">
          <p:pic>
            <p:nvPicPr>
              <p:cNvPr id="20" name="墨迹 19"/>
            </p:nvPicPr>
            <p:blipFill>
              <a:blip r:embed="rId18"/>
            </p:blipFill>
            <p:spPr>
              <a:xfrm>
                <a:off x="8526780" y="2877185"/>
                <a:ext cx="48260" cy="1225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21" name="墨迹 20"/>
              <p14:cNvContentPartPr/>
              <p14:nvPr/>
            </p14:nvContentPartPr>
            <p14:xfrm>
              <a:off x="8620125" y="2867660"/>
              <a:ext cx="38100" cy="340360"/>
            </p14:xfrm>
          </p:contentPart>
        </mc:Choice>
        <mc:Fallback xmlns="">
          <p:pic>
            <p:nvPicPr>
              <p:cNvPr id="21" name="墨迹 20"/>
            </p:nvPicPr>
            <p:blipFill>
              <a:blip r:embed="rId20"/>
            </p:blipFill>
            <p:spPr>
              <a:xfrm>
                <a:off x="8620125" y="2867660"/>
                <a:ext cx="38100" cy="340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" p14:bwMode="auto">
            <p14:nvContentPartPr>
              <p14:cNvPr id="22" name="墨迹 21"/>
              <p14:cNvContentPartPr/>
              <p14:nvPr/>
            </p14:nvContentPartPr>
            <p14:xfrm>
              <a:off x="8639175" y="2867660"/>
              <a:ext cx="132080" cy="142240"/>
            </p14:xfrm>
          </p:contentPart>
        </mc:Choice>
        <mc:Fallback xmlns="">
          <p:pic>
            <p:nvPicPr>
              <p:cNvPr id="22" name="墨迹 21"/>
            </p:nvPicPr>
            <p:blipFill>
              <a:blip r:embed="rId22"/>
            </p:blipFill>
            <p:spPr>
              <a:xfrm>
                <a:off x="8639175" y="2867660"/>
                <a:ext cx="132080" cy="1422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" p14:bwMode="auto">
            <p14:nvContentPartPr>
              <p14:cNvPr id="23" name="墨迹 22"/>
              <p14:cNvContentPartPr/>
              <p14:nvPr/>
            </p14:nvContentPartPr>
            <p14:xfrm>
              <a:off x="4617720" y="698500"/>
              <a:ext cx="38735" cy="290195"/>
            </p14:xfrm>
          </p:contentPart>
        </mc:Choice>
        <mc:Fallback xmlns="">
          <p:pic>
            <p:nvPicPr>
              <p:cNvPr id="23" name="墨迹 22"/>
            </p:nvPicPr>
            <p:blipFill>
              <a:blip r:embed="rId24"/>
            </p:blipFill>
            <p:spPr>
              <a:xfrm>
                <a:off x="4617720" y="698500"/>
                <a:ext cx="38735" cy="2901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5" p14:bwMode="auto">
            <p14:nvContentPartPr>
              <p14:cNvPr id="24" name="墨迹 23"/>
              <p14:cNvContentPartPr/>
              <p14:nvPr/>
            </p14:nvContentPartPr>
            <p14:xfrm>
              <a:off x="4618355" y="680085"/>
              <a:ext cx="133350" cy="103505"/>
            </p14:xfrm>
          </p:contentPart>
        </mc:Choice>
        <mc:Fallback xmlns="">
          <p:pic>
            <p:nvPicPr>
              <p:cNvPr id="24" name="墨迹 23"/>
            </p:nvPicPr>
            <p:blipFill>
              <a:blip r:embed="rId26"/>
            </p:blipFill>
            <p:spPr>
              <a:xfrm>
                <a:off x="4618355" y="680085"/>
                <a:ext cx="133350" cy="1035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7" p14:bwMode="auto">
            <p14:nvContentPartPr>
              <p14:cNvPr id="25" name="墨迹 24"/>
              <p14:cNvContentPartPr/>
              <p14:nvPr/>
            </p14:nvContentPartPr>
            <p14:xfrm>
              <a:off x="4808220" y="661670"/>
              <a:ext cx="64135" cy="131445"/>
            </p14:xfrm>
          </p:contentPart>
        </mc:Choice>
        <mc:Fallback xmlns="">
          <p:pic>
            <p:nvPicPr>
              <p:cNvPr id="25" name="墨迹 24"/>
            </p:nvPicPr>
            <p:blipFill>
              <a:blip r:embed="rId28"/>
            </p:blipFill>
            <p:spPr>
              <a:xfrm>
                <a:off x="4808220" y="661670"/>
                <a:ext cx="64135" cy="1314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9" p14:bwMode="auto">
            <p14:nvContentPartPr>
              <p14:cNvPr id="26" name="墨迹 25"/>
              <p14:cNvContentPartPr/>
              <p14:nvPr/>
            </p14:nvContentPartPr>
            <p14:xfrm>
              <a:off x="4955540" y="708660"/>
              <a:ext cx="112395" cy="37465"/>
            </p14:xfrm>
          </p:contentPart>
        </mc:Choice>
        <mc:Fallback xmlns="">
          <p:pic>
            <p:nvPicPr>
              <p:cNvPr id="26" name="墨迹 25"/>
            </p:nvPicPr>
            <p:blipFill>
              <a:blip r:embed="rId30"/>
            </p:blipFill>
            <p:spPr>
              <a:xfrm>
                <a:off x="4955540" y="708660"/>
                <a:ext cx="112395" cy="374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1" p14:bwMode="auto">
            <p14:nvContentPartPr>
              <p14:cNvPr id="27" name="墨迹 26"/>
              <p14:cNvContentPartPr/>
              <p14:nvPr/>
            </p14:nvContentPartPr>
            <p14:xfrm>
              <a:off x="5059680" y="652145"/>
              <a:ext cx="55880" cy="158750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32"/>
            </p:blipFill>
            <p:spPr>
              <a:xfrm>
                <a:off x="5059680" y="652145"/>
                <a:ext cx="55880" cy="1587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3" p14:bwMode="auto">
            <p14:nvContentPartPr>
              <p14:cNvPr id="28" name="墨迹 27"/>
              <p14:cNvContentPartPr/>
              <p14:nvPr/>
            </p14:nvContentPartPr>
            <p14:xfrm>
              <a:off x="5226685" y="840740"/>
              <a:ext cx="92710" cy="17780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34"/>
            </p:blipFill>
            <p:spPr>
              <a:xfrm>
                <a:off x="5226685" y="840740"/>
                <a:ext cx="92710" cy="177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5" p14:bwMode="auto">
            <p14:nvContentPartPr>
              <p14:cNvPr id="29" name="墨迹 28"/>
              <p14:cNvContentPartPr/>
              <p14:nvPr/>
            </p14:nvContentPartPr>
            <p14:xfrm>
              <a:off x="5338445" y="735330"/>
              <a:ext cx="65405" cy="20320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36"/>
            </p:blipFill>
            <p:spPr>
              <a:xfrm>
                <a:off x="5338445" y="735330"/>
                <a:ext cx="65405" cy="203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7" p14:bwMode="auto">
            <p14:nvContentPartPr>
              <p14:cNvPr id="30" name="墨迹 29"/>
              <p14:cNvContentPartPr/>
              <p14:nvPr/>
            </p14:nvContentPartPr>
            <p14:xfrm>
              <a:off x="5378450" y="670560"/>
              <a:ext cx="41910" cy="195580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38"/>
            </p:blipFill>
            <p:spPr>
              <a:xfrm>
                <a:off x="5378450" y="670560"/>
                <a:ext cx="41910" cy="1955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9" p14:bwMode="auto">
            <p14:nvContentPartPr>
              <p14:cNvPr id="31" name="墨迹 30"/>
              <p14:cNvContentPartPr/>
              <p14:nvPr/>
            </p14:nvContentPartPr>
            <p14:xfrm>
              <a:off x="5440680" y="735965"/>
              <a:ext cx="66675" cy="130810"/>
            </p14:xfrm>
          </p:contentPart>
        </mc:Choice>
        <mc:Fallback xmlns="">
          <p:pic>
            <p:nvPicPr>
              <p:cNvPr id="31" name="墨迹 30"/>
            </p:nvPicPr>
            <p:blipFill>
              <a:blip r:embed="rId40"/>
            </p:blipFill>
            <p:spPr>
              <a:xfrm>
                <a:off x="5440680" y="735965"/>
                <a:ext cx="66675" cy="1308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1" p14:bwMode="auto">
            <p14:nvContentPartPr>
              <p14:cNvPr id="32" name="墨迹 31"/>
              <p14:cNvContentPartPr/>
              <p14:nvPr/>
            </p14:nvContentPartPr>
            <p14:xfrm>
              <a:off x="5600700" y="726440"/>
              <a:ext cx="9525" cy="281940"/>
            </p14:xfrm>
          </p:contentPart>
        </mc:Choice>
        <mc:Fallback xmlns="">
          <p:pic>
            <p:nvPicPr>
              <p:cNvPr id="32" name="墨迹 31"/>
            </p:nvPicPr>
            <p:blipFill>
              <a:blip r:embed="rId42"/>
            </p:blipFill>
            <p:spPr>
              <a:xfrm>
                <a:off x="5600700" y="726440"/>
                <a:ext cx="9525" cy="2819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3" p14:bwMode="auto">
            <p14:nvContentPartPr>
              <p14:cNvPr id="33" name="墨迹 32"/>
              <p14:cNvContentPartPr/>
              <p14:nvPr/>
            </p14:nvContentPartPr>
            <p14:xfrm>
              <a:off x="5593080" y="717550"/>
              <a:ext cx="121285" cy="113030"/>
            </p14:xfrm>
          </p:contentPart>
        </mc:Choice>
        <mc:Fallback xmlns="">
          <p:pic>
            <p:nvPicPr>
              <p:cNvPr id="33" name="墨迹 32"/>
            </p:nvPicPr>
            <p:blipFill>
              <a:blip r:embed="rId44"/>
            </p:blipFill>
            <p:spPr>
              <a:xfrm>
                <a:off x="5593080" y="717550"/>
                <a:ext cx="121285" cy="1130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5" p14:bwMode="auto">
            <p14:nvContentPartPr>
              <p14:cNvPr id="34" name="墨迹 33"/>
              <p14:cNvContentPartPr/>
              <p14:nvPr/>
            </p14:nvContentPartPr>
            <p14:xfrm>
              <a:off x="5796280" y="698500"/>
              <a:ext cx="113665" cy="160020"/>
            </p14:xfrm>
          </p:contentPart>
        </mc:Choice>
        <mc:Fallback xmlns="">
          <p:pic>
            <p:nvPicPr>
              <p:cNvPr id="34" name="墨迹 33"/>
            </p:nvPicPr>
            <p:blipFill>
              <a:blip r:embed="rId46"/>
            </p:blipFill>
            <p:spPr>
              <a:xfrm>
                <a:off x="5796280" y="698500"/>
                <a:ext cx="113665" cy="1600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7" p14:bwMode="auto">
            <p14:nvContentPartPr>
              <p14:cNvPr id="35" name="墨迹 34"/>
              <p14:cNvContentPartPr/>
              <p14:nvPr/>
            </p14:nvContentPartPr>
            <p14:xfrm>
              <a:off x="6010275" y="726440"/>
              <a:ext cx="105410" cy="168910"/>
            </p14:xfrm>
          </p:contentPart>
        </mc:Choice>
        <mc:Fallback xmlns="">
          <p:pic>
            <p:nvPicPr>
              <p:cNvPr id="35" name="墨迹 34"/>
            </p:nvPicPr>
            <p:blipFill>
              <a:blip r:embed="rId48"/>
            </p:blipFill>
            <p:spPr>
              <a:xfrm>
                <a:off x="6010275" y="726440"/>
                <a:ext cx="105410" cy="1689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9" p14:bwMode="auto">
            <p14:nvContentPartPr>
              <p14:cNvPr id="36" name="墨迹 35"/>
              <p14:cNvContentPartPr/>
              <p14:nvPr/>
            </p14:nvContentPartPr>
            <p14:xfrm>
              <a:off x="4646930" y="3475355"/>
              <a:ext cx="6985" cy="305435"/>
            </p14:xfrm>
          </p:contentPart>
        </mc:Choice>
        <mc:Fallback xmlns="">
          <p:pic>
            <p:nvPicPr>
              <p:cNvPr id="36" name="墨迹 35"/>
            </p:nvPicPr>
            <p:blipFill>
              <a:blip r:embed="rId50"/>
            </p:blipFill>
            <p:spPr>
              <a:xfrm>
                <a:off x="4646930" y="3475355"/>
                <a:ext cx="6985" cy="3054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1" p14:bwMode="auto">
            <p14:nvContentPartPr>
              <p14:cNvPr id="37" name="墨迹 36"/>
              <p14:cNvContentPartPr/>
              <p14:nvPr/>
            </p14:nvContentPartPr>
            <p14:xfrm>
              <a:off x="4684395" y="3494405"/>
              <a:ext cx="129540" cy="94615"/>
            </p14:xfrm>
          </p:contentPart>
        </mc:Choice>
        <mc:Fallback xmlns="">
          <p:pic>
            <p:nvPicPr>
              <p:cNvPr id="37" name="墨迹 36"/>
            </p:nvPicPr>
            <p:blipFill>
              <a:blip r:embed="rId52"/>
            </p:blipFill>
            <p:spPr>
              <a:xfrm>
                <a:off x="4684395" y="3494405"/>
                <a:ext cx="129540" cy="946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3" p14:bwMode="auto">
            <p14:nvContentPartPr>
              <p14:cNvPr id="38" name="墨迹 37"/>
              <p14:cNvContentPartPr/>
              <p14:nvPr/>
            </p14:nvContentPartPr>
            <p14:xfrm>
              <a:off x="4798695" y="3494405"/>
              <a:ext cx="138430" cy="132080"/>
            </p14:xfrm>
          </p:contentPart>
        </mc:Choice>
        <mc:Fallback xmlns="">
          <p:pic>
            <p:nvPicPr>
              <p:cNvPr id="38" name="墨迹 37"/>
            </p:nvPicPr>
            <p:blipFill>
              <a:blip r:embed="rId54"/>
            </p:blipFill>
            <p:spPr>
              <a:xfrm>
                <a:off x="4798695" y="3494405"/>
                <a:ext cx="138430" cy="1320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5" p14:bwMode="auto">
            <p14:nvContentPartPr>
              <p14:cNvPr id="39" name="墨迹 38"/>
              <p14:cNvContentPartPr/>
              <p14:nvPr/>
            </p14:nvContentPartPr>
            <p14:xfrm>
              <a:off x="4964430" y="3580765"/>
              <a:ext cx="56515" cy="17145"/>
            </p14:xfrm>
          </p:contentPart>
        </mc:Choice>
        <mc:Fallback xmlns="">
          <p:pic>
            <p:nvPicPr>
              <p:cNvPr id="39" name="墨迹 38"/>
            </p:nvPicPr>
            <p:blipFill>
              <a:blip r:embed="rId56"/>
            </p:blipFill>
            <p:spPr>
              <a:xfrm>
                <a:off x="4964430" y="3580765"/>
                <a:ext cx="56515" cy="171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7" p14:bwMode="auto">
            <p14:nvContentPartPr>
              <p14:cNvPr id="40" name="墨迹 39"/>
              <p14:cNvContentPartPr/>
              <p14:nvPr/>
            </p14:nvContentPartPr>
            <p14:xfrm>
              <a:off x="5067300" y="3540760"/>
              <a:ext cx="28575" cy="91440"/>
            </p14:xfrm>
          </p:contentPart>
        </mc:Choice>
        <mc:Fallback xmlns="">
          <p:pic>
            <p:nvPicPr>
              <p:cNvPr id="40" name="墨迹 39"/>
            </p:nvPicPr>
            <p:blipFill>
              <a:blip r:embed="rId58"/>
            </p:blipFill>
            <p:spPr>
              <a:xfrm>
                <a:off x="5067300" y="3540760"/>
                <a:ext cx="28575" cy="914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9" p14:bwMode="auto">
            <p14:nvContentPartPr>
              <p14:cNvPr id="41" name="墨迹 40"/>
              <p14:cNvContentPartPr/>
              <p14:nvPr/>
            </p14:nvContentPartPr>
            <p14:xfrm>
              <a:off x="5160645" y="3540125"/>
              <a:ext cx="149860" cy="29210"/>
            </p14:xfrm>
          </p:contentPart>
        </mc:Choice>
        <mc:Fallback xmlns="">
          <p:pic>
            <p:nvPicPr>
              <p:cNvPr id="41" name="墨迹 40"/>
            </p:nvPicPr>
            <p:blipFill>
              <a:blip r:embed="rId60"/>
            </p:blipFill>
            <p:spPr>
              <a:xfrm>
                <a:off x="5160645" y="3540125"/>
                <a:ext cx="149860" cy="292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1" p14:bwMode="auto">
            <p14:nvContentPartPr>
              <p14:cNvPr id="42" name="墨迹 41"/>
              <p14:cNvContentPartPr/>
              <p14:nvPr/>
            </p14:nvContentPartPr>
            <p14:xfrm>
              <a:off x="5234305" y="3429000"/>
              <a:ext cx="95250" cy="180975"/>
            </p14:xfrm>
          </p:contentPart>
        </mc:Choice>
        <mc:Fallback xmlns="">
          <p:pic>
            <p:nvPicPr>
              <p:cNvPr id="42" name="墨迹 41"/>
            </p:nvPicPr>
            <p:blipFill>
              <a:blip r:embed="rId62"/>
            </p:blipFill>
            <p:spPr>
              <a:xfrm>
                <a:off x="5234305" y="3429000"/>
                <a:ext cx="95250" cy="1809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3" p14:bwMode="auto">
            <p14:nvContentPartPr>
              <p14:cNvPr id="43" name="墨迹 42"/>
              <p14:cNvContentPartPr/>
              <p14:nvPr/>
            </p14:nvContentPartPr>
            <p14:xfrm>
              <a:off x="5367020" y="3522345"/>
              <a:ext cx="139700" cy="104140"/>
            </p14:xfrm>
          </p:contentPart>
        </mc:Choice>
        <mc:Fallback xmlns="">
          <p:pic>
            <p:nvPicPr>
              <p:cNvPr id="43" name="墨迹 42"/>
            </p:nvPicPr>
            <p:blipFill>
              <a:blip r:embed="rId64"/>
            </p:blipFill>
            <p:spPr>
              <a:xfrm>
                <a:off x="5367020" y="3522345"/>
                <a:ext cx="139700" cy="1041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5" p14:bwMode="auto">
            <p14:nvContentPartPr>
              <p14:cNvPr id="44" name="墨迹 43"/>
              <p14:cNvContentPartPr/>
              <p14:nvPr/>
            </p14:nvContentPartPr>
            <p14:xfrm>
              <a:off x="5534025" y="3475355"/>
              <a:ext cx="10795" cy="254635"/>
            </p14:xfrm>
          </p:contentPart>
        </mc:Choice>
        <mc:Fallback xmlns="">
          <p:pic>
            <p:nvPicPr>
              <p:cNvPr id="44" name="墨迹 43"/>
            </p:nvPicPr>
            <p:blipFill>
              <a:blip r:embed="rId66"/>
            </p:blipFill>
            <p:spPr>
              <a:xfrm>
                <a:off x="5534025" y="3475355"/>
                <a:ext cx="10795" cy="254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7" p14:bwMode="auto">
            <p14:nvContentPartPr>
              <p14:cNvPr id="45" name="墨迹 44"/>
              <p14:cNvContentPartPr/>
              <p14:nvPr/>
            </p14:nvContentPartPr>
            <p14:xfrm>
              <a:off x="5572125" y="3484880"/>
              <a:ext cx="38100" cy="92710"/>
            </p14:xfrm>
          </p:contentPart>
        </mc:Choice>
        <mc:Fallback xmlns="">
          <p:pic>
            <p:nvPicPr>
              <p:cNvPr id="45" name="墨迹 44"/>
            </p:nvPicPr>
            <p:blipFill>
              <a:blip r:embed="rId68"/>
            </p:blipFill>
            <p:spPr>
              <a:xfrm>
                <a:off x="5572125" y="3484880"/>
                <a:ext cx="38100" cy="927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9" p14:bwMode="auto">
            <p14:nvContentPartPr>
              <p14:cNvPr id="46" name="墨迹 45"/>
              <p14:cNvContentPartPr/>
              <p14:nvPr/>
            </p14:nvContentPartPr>
            <p14:xfrm>
              <a:off x="5357495" y="3531870"/>
              <a:ext cx="158750" cy="44450"/>
            </p14:xfrm>
          </p:contentPart>
        </mc:Choice>
        <mc:Fallback xmlns="">
          <p:pic>
            <p:nvPicPr>
              <p:cNvPr id="46" name="墨迹 45"/>
            </p:nvPicPr>
            <p:blipFill>
              <a:blip r:embed="rId70"/>
            </p:blipFill>
            <p:spPr>
              <a:xfrm>
                <a:off x="5357495" y="3531870"/>
                <a:ext cx="158750" cy="444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1" p14:bwMode="auto">
            <p14:nvContentPartPr>
              <p14:cNvPr id="47" name="墨迹 46"/>
              <p14:cNvContentPartPr/>
              <p14:nvPr/>
            </p14:nvContentPartPr>
            <p14:xfrm>
              <a:off x="5684520" y="3605530"/>
              <a:ext cx="113030" cy="29845"/>
            </p14:xfrm>
          </p:contentPart>
        </mc:Choice>
        <mc:Fallback xmlns="">
          <p:pic>
            <p:nvPicPr>
              <p:cNvPr id="47" name="墨迹 46"/>
            </p:nvPicPr>
            <p:blipFill>
              <a:blip r:embed="rId72"/>
            </p:blipFill>
            <p:spPr>
              <a:xfrm>
                <a:off x="5684520" y="3605530"/>
                <a:ext cx="113030" cy="298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3" p14:bwMode="auto">
            <p14:nvContentPartPr>
              <p14:cNvPr id="48" name="墨迹 47"/>
              <p14:cNvContentPartPr/>
              <p14:nvPr/>
            </p14:nvContentPartPr>
            <p14:xfrm>
              <a:off x="5890260" y="3597275"/>
              <a:ext cx="36830" cy="9525"/>
            </p14:xfrm>
          </p:contentPart>
        </mc:Choice>
        <mc:Fallback xmlns="">
          <p:pic>
            <p:nvPicPr>
              <p:cNvPr id="48" name="墨迹 47"/>
            </p:nvPicPr>
            <p:blipFill>
              <a:blip r:embed="rId74"/>
            </p:blipFill>
            <p:spPr>
              <a:xfrm>
                <a:off x="5890260" y="3597275"/>
                <a:ext cx="36830" cy="9525"/>
              </a:xfrm>
              <a:prstGeom prst="rect"/>
            </p:spPr>
          </p:pic>
        </mc:Fallback>
      </mc:AlternateContent>
    </p:spTree>
    <p:custDataLst>
      <p:tags r:id="rId7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0440" y="139065"/>
            <a:ext cx="4591050" cy="24479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55" y="242570"/>
            <a:ext cx="2547620" cy="62134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7" name="墨迹 6"/>
              <p14:cNvContentPartPr/>
              <p14:nvPr/>
            </p14:nvContentPartPr>
            <p14:xfrm>
              <a:off x="1383665" y="4411345"/>
              <a:ext cx="307975" cy="74295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4"/>
            </p:blipFill>
            <p:spPr>
              <a:xfrm>
                <a:off x="1383665" y="4411345"/>
                <a:ext cx="307975" cy="742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8" name="墨迹 7"/>
              <p14:cNvContentPartPr/>
              <p14:nvPr/>
            </p14:nvContentPartPr>
            <p14:xfrm>
              <a:off x="1539240" y="4373245"/>
              <a:ext cx="77470" cy="198755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6"/>
            </p:blipFill>
            <p:spPr>
              <a:xfrm>
                <a:off x="1539240" y="4373245"/>
                <a:ext cx="77470" cy="1987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9" name="墨迹 8"/>
              <p14:cNvContentPartPr/>
              <p14:nvPr/>
            </p14:nvContentPartPr>
            <p14:xfrm>
              <a:off x="1786255" y="4370705"/>
              <a:ext cx="108585" cy="158750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8"/>
            </p:blipFill>
            <p:spPr>
              <a:xfrm>
                <a:off x="1786255" y="4370705"/>
                <a:ext cx="108585" cy="1587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10" name="墨迹 9"/>
              <p14:cNvContentPartPr/>
              <p14:nvPr/>
            </p14:nvContentPartPr>
            <p14:xfrm>
              <a:off x="1906905" y="4345305"/>
              <a:ext cx="38100" cy="330200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10"/>
            </p:blipFill>
            <p:spPr>
              <a:xfrm>
                <a:off x="1906905" y="4345305"/>
                <a:ext cx="38100" cy="3302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11" name="墨迹 10"/>
              <p14:cNvContentPartPr/>
              <p14:nvPr/>
            </p14:nvContentPartPr>
            <p14:xfrm>
              <a:off x="1957070" y="4363720"/>
              <a:ext cx="73025" cy="130810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12"/>
            </p:blipFill>
            <p:spPr>
              <a:xfrm>
                <a:off x="1957070" y="4363720"/>
                <a:ext cx="73025" cy="1308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12" name="墨迹 11"/>
              <p14:cNvContentPartPr/>
              <p14:nvPr/>
            </p14:nvContentPartPr>
            <p14:xfrm>
              <a:off x="1636395" y="4907915"/>
              <a:ext cx="158115" cy="233045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14"/>
            </p:blipFill>
            <p:spPr>
              <a:xfrm>
                <a:off x="1636395" y="4907915"/>
                <a:ext cx="158115" cy="2330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13" name="墨迹 12"/>
              <p14:cNvContentPartPr/>
              <p14:nvPr/>
            </p14:nvContentPartPr>
            <p14:xfrm>
              <a:off x="1880235" y="4935220"/>
              <a:ext cx="241935" cy="20193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16"/>
            </p:blipFill>
            <p:spPr>
              <a:xfrm>
                <a:off x="1880235" y="4935220"/>
                <a:ext cx="241935" cy="2019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14" name="墨迹 13"/>
              <p14:cNvContentPartPr/>
              <p14:nvPr/>
            </p14:nvContentPartPr>
            <p14:xfrm>
              <a:off x="1533525" y="5431155"/>
              <a:ext cx="210820" cy="177165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18"/>
            </p:blipFill>
            <p:spPr>
              <a:xfrm>
                <a:off x="1533525" y="5431155"/>
                <a:ext cx="210820" cy="1771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15" name="墨迹 14"/>
              <p14:cNvContentPartPr/>
              <p14:nvPr/>
            </p14:nvContentPartPr>
            <p14:xfrm>
              <a:off x="1725930" y="5434965"/>
              <a:ext cx="257810" cy="12700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20"/>
            </p:blipFill>
            <p:spPr>
              <a:xfrm>
                <a:off x="1725930" y="5434965"/>
                <a:ext cx="257810" cy="1270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" p14:bwMode="auto">
            <p14:nvContentPartPr>
              <p14:cNvPr id="16" name="墨迹 15"/>
              <p14:cNvContentPartPr/>
              <p14:nvPr/>
            </p14:nvContentPartPr>
            <p14:xfrm>
              <a:off x="1494155" y="5934710"/>
              <a:ext cx="151765" cy="199390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22"/>
            </p:blipFill>
            <p:spPr>
              <a:xfrm>
                <a:off x="1494155" y="5934710"/>
                <a:ext cx="151765" cy="1993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" p14:bwMode="auto">
            <p14:nvContentPartPr>
              <p14:cNvPr id="17" name="墨迹 16"/>
              <p14:cNvContentPartPr/>
              <p14:nvPr/>
            </p14:nvContentPartPr>
            <p14:xfrm>
              <a:off x="1689735" y="6036310"/>
              <a:ext cx="172720" cy="12446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Id24"/>
            </p:blipFill>
            <p:spPr>
              <a:xfrm>
                <a:off x="1689735" y="6036310"/>
                <a:ext cx="172720" cy="1244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5" p14:bwMode="auto">
            <p14:nvContentPartPr>
              <p14:cNvPr id="18" name="墨迹 17"/>
              <p14:cNvContentPartPr/>
              <p14:nvPr/>
            </p14:nvContentPartPr>
            <p14:xfrm>
              <a:off x="5861685" y="1913255"/>
              <a:ext cx="1478915" cy="38735"/>
            </p14:xfrm>
          </p:contentPart>
        </mc:Choice>
        <mc:Fallback xmlns="">
          <p:pic>
            <p:nvPicPr>
              <p:cNvPr id="18" name="墨迹 17"/>
            </p:nvPicPr>
            <p:blipFill>
              <a:blip r:embed="rId26"/>
            </p:blipFill>
            <p:spPr>
              <a:xfrm>
                <a:off x="5861685" y="1913255"/>
                <a:ext cx="1478915" cy="387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7" p14:bwMode="auto">
            <p14:nvContentPartPr>
              <p14:cNvPr id="19" name="墨迹 18"/>
              <p14:cNvContentPartPr/>
              <p14:nvPr/>
            </p14:nvContentPartPr>
            <p14:xfrm>
              <a:off x="6254115" y="2091690"/>
              <a:ext cx="76835" cy="197485"/>
            </p14:xfrm>
          </p:contentPart>
        </mc:Choice>
        <mc:Fallback xmlns="">
          <p:pic>
            <p:nvPicPr>
              <p:cNvPr id="19" name="墨迹 18"/>
            </p:nvPicPr>
            <p:blipFill>
              <a:blip r:embed="rId28"/>
            </p:blipFill>
            <p:spPr>
              <a:xfrm>
                <a:off x="6254115" y="2091690"/>
                <a:ext cx="76835" cy="1974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9" p14:bwMode="auto">
            <p14:nvContentPartPr>
              <p14:cNvPr id="20" name="墨迹 19"/>
              <p14:cNvContentPartPr/>
              <p14:nvPr/>
            </p14:nvContentPartPr>
            <p14:xfrm>
              <a:off x="6376035" y="2204085"/>
              <a:ext cx="67310" cy="28575"/>
            </p14:xfrm>
          </p:contentPart>
        </mc:Choice>
        <mc:Fallback xmlns="">
          <p:pic>
            <p:nvPicPr>
              <p:cNvPr id="20" name="墨迹 19"/>
            </p:nvPicPr>
            <p:blipFill>
              <a:blip r:embed="rId30"/>
            </p:blipFill>
            <p:spPr>
              <a:xfrm>
                <a:off x="6376035" y="2204085"/>
                <a:ext cx="67310" cy="285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1" p14:bwMode="auto">
            <p14:nvContentPartPr>
              <p14:cNvPr id="21" name="墨迹 20"/>
              <p14:cNvContentPartPr/>
              <p14:nvPr/>
            </p14:nvContentPartPr>
            <p14:xfrm>
              <a:off x="6488430" y="2157095"/>
              <a:ext cx="635" cy="121285"/>
            </p14:xfrm>
          </p:contentPart>
        </mc:Choice>
        <mc:Fallback xmlns="">
          <p:pic>
            <p:nvPicPr>
              <p:cNvPr id="21" name="墨迹 20"/>
            </p:nvPicPr>
            <p:blipFill>
              <a:blip r:embed="rId32"/>
            </p:blipFill>
            <p:spPr>
              <a:xfrm>
                <a:off x="6488430" y="2157095"/>
                <a:ext cx="635" cy="1212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3" p14:bwMode="auto">
            <p14:nvContentPartPr>
              <p14:cNvPr id="22" name="墨迹 21"/>
              <p14:cNvContentPartPr/>
              <p14:nvPr/>
            </p14:nvContentPartPr>
            <p14:xfrm>
              <a:off x="6628765" y="2212975"/>
              <a:ext cx="635" cy="635"/>
            </p14:xfrm>
          </p:contentPart>
        </mc:Choice>
        <mc:Fallback xmlns="">
          <p:pic>
            <p:nvPicPr>
              <p:cNvPr id="22" name="墨迹 21"/>
            </p:nvPicPr>
            <p:blipFill>
              <a:blip r:embed="rId34"/>
            </p:blipFill>
            <p:spPr>
              <a:xfrm>
                <a:off x="6628765" y="2212975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5" p14:bwMode="auto">
            <p14:nvContentPartPr>
              <p14:cNvPr id="23" name="墨迹 22"/>
              <p14:cNvContentPartPr/>
              <p14:nvPr/>
            </p14:nvContentPartPr>
            <p14:xfrm>
              <a:off x="6675120" y="2251710"/>
              <a:ext cx="93345" cy="36830"/>
            </p14:xfrm>
          </p:contentPart>
        </mc:Choice>
        <mc:Fallback xmlns="">
          <p:pic>
            <p:nvPicPr>
              <p:cNvPr id="23" name="墨迹 22"/>
            </p:nvPicPr>
            <p:blipFill>
              <a:blip r:embed="rId36"/>
            </p:blipFill>
            <p:spPr>
              <a:xfrm>
                <a:off x="6675120" y="2251710"/>
                <a:ext cx="93345" cy="368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7" p14:bwMode="auto">
            <p14:nvContentPartPr>
              <p14:cNvPr id="24" name="墨迹 23"/>
              <p14:cNvContentPartPr/>
              <p14:nvPr/>
            </p14:nvContentPartPr>
            <p14:xfrm>
              <a:off x="6656705" y="2167255"/>
              <a:ext cx="121920" cy="55880"/>
            </p14:xfrm>
          </p:contentPart>
        </mc:Choice>
        <mc:Fallback xmlns="">
          <p:pic>
            <p:nvPicPr>
              <p:cNvPr id="24" name="墨迹 23"/>
            </p:nvPicPr>
            <p:blipFill>
              <a:blip r:embed="rId38"/>
            </p:blipFill>
            <p:spPr>
              <a:xfrm>
                <a:off x="6656705" y="2167255"/>
                <a:ext cx="121920" cy="558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9" p14:bwMode="auto">
            <p14:nvContentPartPr>
              <p14:cNvPr id="25" name="墨迹 24"/>
              <p14:cNvContentPartPr/>
              <p14:nvPr/>
            </p14:nvContentPartPr>
            <p14:xfrm>
              <a:off x="6814820" y="2129790"/>
              <a:ext cx="170180" cy="187325"/>
            </p14:xfrm>
          </p:contentPart>
        </mc:Choice>
        <mc:Fallback xmlns="">
          <p:pic>
            <p:nvPicPr>
              <p:cNvPr id="25" name="墨迹 24"/>
            </p:nvPicPr>
            <p:blipFill>
              <a:blip r:embed="rId40"/>
            </p:blipFill>
            <p:spPr>
              <a:xfrm>
                <a:off x="6814820" y="2129790"/>
                <a:ext cx="170180" cy="187325"/>
              </a:xfrm>
              <a:prstGeom prst="rect"/>
            </p:spPr>
          </p:pic>
        </mc:Fallback>
      </mc:AlternateContent>
      <p:sp>
        <p:nvSpPr>
          <p:cNvPr id="26" name="文本框 25"/>
          <p:cNvSpPr txBox="1"/>
          <p:nvPr/>
        </p:nvSpPr>
        <p:spPr>
          <a:xfrm>
            <a:off x="3520440" y="2896870"/>
            <a:ext cx="69056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在这里的</a:t>
            </a:r>
            <a:r>
              <a:rPr lang="en-US" altLang="zh-CN" sz="1000"/>
              <a:t>_top-1 </a:t>
            </a:r>
            <a:r>
              <a:rPr lang="zh-CN" altLang="en-US" sz="1000"/>
              <a:t>是</a:t>
            </a:r>
            <a:r>
              <a:rPr lang="en-US" altLang="zh-CN" sz="1000"/>
              <a:t> 3-1=2, </a:t>
            </a:r>
            <a:r>
              <a:rPr lang="zh-CN" altLang="en-US" sz="1000"/>
              <a:t>数组就是栈的存储方式</a:t>
            </a:r>
            <a:r>
              <a:rPr lang="en-US" altLang="zh-CN" sz="1000"/>
              <a:t>，</a:t>
            </a:r>
            <a:r>
              <a:rPr lang="zh-CN" altLang="en-US" sz="1000"/>
              <a:t>所以栈的单位是以索引为单位的。所以</a:t>
            </a:r>
            <a:r>
              <a:rPr lang="en-US" altLang="zh-CN" sz="1000"/>
              <a:t> 3-1=2，</a:t>
            </a:r>
            <a:r>
              <a:rPr lang="zh-CN" altLang="en-US" sz="1000"/>
              <a:t>实际上栈顶</a:t>
            </a:r>
            <a:r>
              <a:rPr lang="en-US" altLang="zh-CN" sz="1000"/>
              <a:t>[2]</a:t>
            </a:r>
            <a:r>
              <a:rPr lang="zh-CN" altLang="en-US" sz="1000"/>
              <a:t>索引为</a:t>
            </a:r>
            <a:r>
              <a:rPr lang="en-US" altLang="zh-CN" sz="1000"/>
              <a:t>2，</a:t>
            </a:r>
            <a:r>
              <a:rPr lang="zh-CN" altLang="en-US" sz="1000"/>
              <a:t>也就是栈顶元素</a:t>
            </a:r>
            <a:r>
              <a:rPr lang="en-US" altLang="zh-CN" sz="1000"/>
              <a:t>30.</a:t>
            </a:r>
            <a:endParaRPr lang="en-US" altLang="zh-CN" sz="1000"/>
          </a:p>
        </p:txBody>
      </p:sp>
    </p:spTree>
    <p:custDataLst>
      <p:tags r:id="rId4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r="609" b="127"/>
          <a:stretch>
            <a:fillRect/>
          </a:stretch>
        </p:blipFill>
        <p:spPr>
          <a:xfrm>
            <a:off x="74930" y="0"/>
            <a:ext cx="4616450" cy="481393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412740" y="483235"/>
            <a:ext cx="813435" cy="20193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459730" y="2110105"/>
            <a:ext cx="738505" cy="32702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459730" y="1772920"/>
            <a:ext cx="728980" cy="29972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468620" y="1464945"/>
            <a:ext cx="710565" cy="26162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552440" y="2157095"/>
            <a:ext cx="40640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10</a:t>
            </a:r>
            <a:endParaRPr lang="en-US" altLang="zh-CN" sz="1000"/>
          </a:p>
        </p:txBody>
      </p:sp>
      <p:sp>
        <p:nvSpPr>
          <p:cNvPr id="10" name="文本框 9"/>
          <p:cNvSpPr txBox="1"/>
          <p:nvPr/>
        </p:nvSpPr>
        <p:spPr>
          <a:xfrm>
            <a:off x="5619115" y="1795780"/>
            <a:ext cx="40640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20</a:t>
            </a:r>
            <a:endParaRPr lang="en-US" altLang="zh-CN" sz="1000"/>
          </a:p>
        </p:txBody>
      </p:sp>
      <p:sp>
        <p:nvSpPr>
          <p:cNvPr id="11" name="文本框 10"/>
          <p:cNvSpPr txBox="1"/>
          <p:nvPr/>
        </p:nvSpPr>
        <p:spPr>
          <a:xfrm>
            <a:off x="5619115" y="1483360"/>
            <a:ext cx="40640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30</a:t>
            </a:r>
            <a:endParaRPr lang="en-US" altLang="zh-CN" sz="1000"/>
          </a:p>
        </p:txBody>
      </p:sp>
      <p:sp>
        <p:nvSpPr>
          <p:cNvPr id="12" name="文本框 11"/>
          <p:cNvSpPr txBox="1"/>
          <p:nvPr/>
        </p:nvSpPr>
        <p:spPr>
          <a:xfrm>
            <a:off x="5552440" y="1173480"/>
            <a:ext cx="40640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>
                <a:latin typeface="PingFang SC Semibold" panose="020B0400000000000000" charset="-122"/>
                <a:ea typeface="PingFang SC Semibold" panose="020B0400000000000000" charset="-122"/>
              </a:rPr>
              <a:t>top</a:t>
            </a:r>
            <a:endParaRPr lang="en-US" altLang="zh-CN" sz="1000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>
            <a:off x="5936615" y="1287145"/>
            <a:ext cx="897255" cy="2057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6889750" y="1193800"/>
            <a:ext cx="40640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ps&gt;_top</a:t>
            </a:r>
            <a:r>
              <a:rPr lang="zh-CN" altLang="en-US" sz="1000"/>
              <a:t>中并不是存储栈顶元素的遍历那个</a:t>
            </a:r>
            <a:r>
              <a:rPr lang="en-US" altLang="zh-CN" sz="1000"/>
              <a:t>，</a:t>
            </a:r>
            <a:endParaRPr lang="en-US" altLang="zh-CN" sz="1000"/>
          </a:p>
          <a:p>
            <a:r>
              <a:rPr lang="zh-CN" altLang="en-US" sz="1000"/>
              <a:t>而是一个索引或者计数器</a:t>
            </a:r>
            <a:r>
              <a:rPr lang="en-US" altLang="zh-CN" sz="1000"/>
              <a:t>，</a:t>
            </a:r>
            <a:r>
              <a:rPr lang="zh-CN" altLang="en-US" sz="1000"/>
              <a:t>表示栈中有效元素的个数</a:t>
            </a:r>
            <a:endParaRPr lang="zh-CN" altLang="en-US" sz="1000"/>
          </a:p>
          <a:p>
            <a:r>
              <a:rPr lang="en-US" altLang="zh-CN" sz="1000"/>
              <a:t>_top</a:t>
            </a:r>
            <a:r>
              <a:rPr lang="zh-CN" altLang="en-US" sz="1000"/>
              <a:t>记录的是下一个可插入的位置</a:t>
            </a:r>
            <a:r>
              <a:rPr lang="en-US" altLang="zh-CN" sz="1000"/>
              <a:t>，</a:t>
            </a:r>
            <a:r>
              <a:rPr lang="zh-CN" altLang="en-US" sz="1000"/>
              <a:t>所以</a:t>
            </a:r>
            <a:r>
              <a:rPr lang="en-US" altLang="zh-CN" sz="1000"/>
              <a:t>_top =3</a:t>
            </a:r>
            <a:r>
              <a:rPr lang="zh-CN" altLang="en-US" sz="1000"/>
              <a:t>说明栈中有</a:t>
            </a:r>
            <a:r>
              <a:rPr lang="en-US" altLang="zh-CN" sz="1000"/>
              <a:t>3</a:t>
            </a:r>
            <a:r>
              <a:rPr lang="zh-CN" altLang="en-US" sz="1000"/>
              <a:t>个元素</a:t>
            </a:r>
            <a:r>
              <a:rPr lang="en-US" altLang="zh-CN" sz="1000"/>
              <a:t>，</a:t>
            </a:r>
            <a:endParaRPr lang="en-US" altLang="zh-CN" sz="1000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1145</Words>
  <Application>WPS 演示</Application>
  <PresentationFormat>宽屏</PresentationFormat>
  <Paragraphs>74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PingFang SC Semibold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月岛花</cp:lastModifiedBy>
  <cp:revision>163</cp:revision>
  <dcterms:created xsi:type="dcterms:W3CDTF">2025-03-11T09:02:05Z</dcterms:created>
  <dcterms:modified xsi:type="dcterms:W3CDTF">2025-03-11T09:02:05Z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2052-7.2.2.8955</vt:lpwstr>
  </property>
  <property fmtid="{D5CDD505-2E9C-101B-9397-08002B2CF9AE}" pid="3" name="ICV">
    <vt:lpwstr>DB36821E476B7083D2D1CF67A318D9A8_41</vt:lpwstr>
  </property>
</Properties>
</file>